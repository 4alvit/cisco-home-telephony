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7e3f6e433e6420f" /><Relationship Type="http://schemas.openxmlformats.org/officeDocument/2006/relationships/extended-properties" Target="/docProps/app.xml" Id="Rdb59d4fc7be848d0" /><Relationship Type="http://schemas.openxmlformats.org/officeDocument/2006/relationships/officeDocument" Target="/ppt/presentation.xml" Id="R5edd5479ed644a6d" /></Relationships>
</file>

<file path=ppt/presentation.xml><?xml version="1.0" encoding="utf-8"?>
<p:presentation xmlns:p="http://schemas.openxmlformats.org/presentationml/2006/main">
  <p:sldMasterIdLst>
    <p:sldMasterId xmlns:r="http://schemas.openxmlformats.org/officeDocument/2006/relationships" id="2147483648" r:id="R86b4af11525647df"/>
  </p:sldMasterIdLst>
  <p:notesMasterIdLst>
    <p:notesMasterId xmlns:r="http://schemas.openxmlformats.org/officeDocument/2006/relationships" r:id="Ra3c565bc6a0c430e"/>
  </p:notesMasterIdLst>
  <p:sldIdLst>
    <p:sldId xmlns:r="http://schemas.openxmlformats.org/officeDocument/2006/relationships" id="256" r:id="Rdf2459bd008e41f1"/>
    <p:sldId xmlns:r="http://schemas.openxmlformats.org/officeDocument/2006/relationships" id="257" r:id="R700891aaeba343e4"/>
    <p:sldId xmlns:r="http://schemas.openxmlformats.org/officeDocument/2006/relationships" id="258" r:id="R65673f6f5613485b"/>
    <p:sldId xmlns:r="http://schemas.openxmlformats.org/officeDocument/2006/relationships" id="259" r:id="R2df9208a7cd44c9b"/>
    <p:sldId xmlns:r="http://schemas.openxmlformats.org/officeDocument/2006/relationships" id="260" r:id="R9ea5762cdd0b45ea"/>
    <p:sldId xmlns:r="http://schemas.openxmlformats.org/officeDocument/2006/relationships" id="261" r:id="Raf321ee387fe4eb1"/>
    <p:sldId xmlns:r="http://schemas.openxmlformats.org/officeDocument/2006/relationships" id="262" r:id="Rc65719573c7a4878"/>
    <p:sldId xmlns:r="http://schemas.openxmlformats.org/officeDocument/2006/relationships" id="263" r:id="R790931c258db4e2c"/>
    <p:sldId xmlns:r="http://schemas.openxmlformats.org/officeDocument/2006/relationships" id="264" r:id="Rf4dfd2ab535048d1"/>
    <p:sldId xmlns:r="http://schemas.openxmlformats.org/officeDocument/2006/relationships" id="265" r:id="Rda0128ec9c20473d"/>
    <p:sldId xmlns:r="http://schemas.openxmlformats.org/officeDocument/2006/relationships" id="266" r:id="R52ac05d3b6fd4b56"/>
    <p:sldId xmlns:r="http://schemas.openxmlformats.org/officeDocument/2006/relationships" id="267" r:id="R1754caa1e48b477d"/>
    <p:sldId xmlns:r="http://schemas.openxmlformats.org/officeDocument/2006/relationships" id="268" r:id="R494489d11852456b"/>
    <p:sldId xmlns:r="http://schemas.openxmlformats.org/officeDocument/2006/relationships" id="269" r:id="R31592a0199614e2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f4cdd66163145d0" /><Relationship Type="http://schemas.openxmlformats.org/officeDocument/2006/relationships/slideMaster" Target="/ppt/slideMasters/slideMaster1.xml" Id="R86b4af11525647df" /><Relationship Type="http://schemas.openxmlformats.org/officeDocument/2006/relationships/notesMaster" Target="/ppt/notesMasters/notesMaster1.xml" Id="Ra3c565bc6a0c430e" /><Relationship Type="http://schemas.openxmlformats.org/officeDocument/2006/relationships/presProps" Target="/ppt/presProps.xml" Id="R3f1af2d39e70473c" /><Relationship Type="http://schemas.openxmlformats.org/officeDocument/2006/relationships/tableStyles" Target="/ppt/tableStyles.xml" Id="R1eb298e5995447e7" /><Relationship Type="http://schemas.openxmlformats.org/officeDocument/2006/relationships/slide" Target="/ppt/slides/slide1.xml" Id="Rdf2459bd008e41f1" /><Relationship Type="http://schemas.openxmlformats.org/officeDocument/2006/relationships/slide" Target="/ppt/slides/slide2.xml" Id="R700891aaeba343e4" /><Relationship Type="http://schemas.openxmlformats.org/officeDocument/2006/relationships/slide" Target="/ppt/slides/slide3.xml" Id="R65673f6f5613485b" /><Relationship Type="http://schemas.openxmlformats.org/officeDocument/2006/relationships/slide" Target="/ppt/slides/slide4.xml" Id="R2df9208a7cd44c9b" /><Relationship Type="http://schemas.openxmlformats.org/officeDocument/2006/relationships/slide" Target="/ppt/slides/slide5.xml" Id="R9ea5762cdd0b45ea" /><Relationship Type="http://schemas.openxmlformats.org/officeDocument/2006/relationships/slide" Target="/ppt/slides/slide6.xml" Id="Raf321ee387fe4eb1" /><Relationship Type="http://schemas.openxmlformats.org/officeDocument/2006/relationships/slide" Target="/ppt/slides/slide7.xml" Id="Rc65719573c7a4878" /><Relationship Type="http://schemas.openxmlformats.org/officeDocument/2006/relationships/slide" Target="/ppt/slides/slide8.xml" Id="R790931c258db4e2c" /><Relationship Type="http://schemas.openxmlformats.org/officeDocument/2006/relationships/slide" Target="/ppt/slides/slide9.xml" Id="Rf4dfd2ab535048d1" /><Relationship Type="http://schemas.openxmlformats.org/officeDocument/2006/relationships/slide" Target="/ppt/slides/slide10.xml" Id="Rda0128ec9c20473d" /><Relationship Type="http://schemas.openxmlformats.org/officeDocument/2006/relationships/slide" Target="/ppt/slides/slide11.xml" Id="R52ac05d3b6fd4b56" /><Relationship Type="http://schemas.openxmlformats.org/officeDocument/2006/relationships/slide" Target="/ppt/slides/slide12.xml" Id="R1754caa1e48b477d" /><Relationship Type="http://schemas.openxmlformats.org/officeDocument/2006/relationships/slide" Target="/ppt/slides/slide13.xml" Id="R494489d11852456b" /><Relationship Type="http://schemas.openxmlformats.org/officeDocument/2006/relationships/slide" Target="/ppt/slides/slide14.xml" Id="R31592a0199614e2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a07d6c1b49c4d6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182498cc2d34aef" /><Relationship Type="http://schemas.openxmlformats.org/officeDocument/2006/relationships/notesMaster" Target="/ppt/notesMasters/notesMaster1.xml" Id="R9f3c369a78bc436c" /></Relationships>
</file>

<file path=ppt/notesSlides/_rels/notesSlide2.xml.rels>&#65279;<?xml version="1.0" encoding="utf-8"?><Relationships xmlns="http://schemas.openxmlformats.org/package/2006/relationships"><Relationship Type="http://schemas.openxmlformats.org/officeDocument/2006/relationships/slide" Target="/ppt/slides/slide2.xml" Id="Rde6f098dfa404b9d" /><Relationship Type="http://schemas.openxmlformats.org/officeDocument/2006/relationships/notesMaster" Target="/ppt/notesMasters/notesMaster1.xml" Id="Ra6ccfa9abf404112" /></Relationships>
</file>

<file path=ppt/notesSlides/_rels/notesSlide3.xml.rels>&#65279;<?xml version="1.0" encoding="utf-8"?><Relationships xmlns="http://schemas.openxmlformats.org/package/2006/relationships"><Relationship Type="http://schemas.openxmlformats.org/officeDocument/2006/relationships/slide" Target="/ppt/slides/slide3.xml" Id="Ra6e5cb5ec2ba43b3" /><Relationship Type="http://schemas.openxmlformats.org/officeDocument/2006/relationships/notesMaster" Target="/ppt/notesMasters/notesMaster1.xml" Id="Ref04701418394074" /></Relationships>
</file>

<file path=ppt/notesSlides/_rels/notesSlide4.xml.rels>&#65279;<?xml version="1.0" encoding="utf-8"?><Relationships xmlns="http://schemas.openxmlformats.org/package/2006/relationships"><Relationship Type="http://schemas.openxmlformats.org/officeDocument/2006/relationships/slide" Target="/ppt/slides/slide4.xml" Id="R9fa7a27c9dee431b" /><Relationship Type="http://schemas.openxmlformats.org/officeDocument/2006/relationships/notesMaster" Target="/ppt/notesMasters/notesMaster1.xml" Id="R774da902c4384a56" /></Relationships>
</file>

<file path=ppt/notesSlides/_rels/notesSlide5.xml.rels>&#65279;<?xml version="1.0" encoding="utf-8"?><Relationships xmlns="http://schemas.openxmlformats.org/package/2006/relationships"><Relationship Type="http://schemas.openxmlformats.org/officeDocument/2006/relationships/slide" Target="/ppt/slides/slide5.xml" Id="Rd8eed84c81da401b" /><Relationship Type="http://schemas.openxmlformats.org/officeDocument/2006/relationships/notesMaster" Target="/ppt/notesMasters/notesMaster1.xml" Id="Ra84cc50241d241b5" /></Relationships>
</file>

<file path=ppt/notesSlides/_rels/notesSlide6.xml.rels>&#65279;<?xml version="1.0" encoding="utf-8"?><Relationships xmlns="http://schemas.openxmlformats.org/package/2006/relationships"><Relationship Type="http://schemas.openxmlformats.org/officeDocument/2006/relationships/slide" Target="/ppt/slides/slide6.xml" Id="R04c1c885db1b42fa" /><Relationship Type="http://schemas.openxmlformats.org/officeDocument/2006/relationships/notesMaster" Target="/ppt/notesMasters/notesMaster1.xml" Id="Rf816f912344142dd" /></Relationships>
</file>

<file path=ppt/notesSlides/_rels/notesSlide7.xml.rels>&#65279;<?xml version="1.0" encoding="utf-8"?><Relationships xmlns="http://schemas.openxmlformats.org/package/2006/relationships"><Relationship Type="http://schemas.openxmlformats.org/officeDocument/2006/relationships/slide" Target="/ppt/slides/slide7.xml" Id="Rcb26b19687c740e0" /><Relationship Type="http://schemas.openxmlformats.org/officeDocument/2006/relationships/notesMaster" Target="/ppt/notesMasters/notesMaster1.xml" Id="R39fadf40caa04099" /></Relationships>
</file>

<file path=ppt/notesSlides/_rels/notesSlide8.xml.rels>&#65279;<?xml version="1.0" encoding="utf-8"?><Relationships xmlns="http://schemas.openxmlformats.org/package/2006/relationships"><Relationship Type="http://schemas.openxmlformats.org/officeDocument/2006/relationships/slide" Target="/ppt/slides/slide8.xml" Id="R3fea02738ce946e4" /><Relationship Type="http://schemas.openxmlformats.org/officeDocument/2006/relationships/notesMaster" Target="/ppt/notesMasters/notesMaster1.xml" Id="Rf3c4d2f9f4f649f9" /></Relationships>
</file>

<file path=ppt/notesSlides/_rels/notesSlide9.xml.rels>&#65279;<?xml version="1.0" encoding="utf-8"?><Relationships xmlns="http://schemas.openxmlformats.org/package/2006/relationships"><Relationship Type="http://schemas.openxmlformats.org/officeDocument/2006/relationships/slide" Target="/ppt/slides/slide9.xml" Id="R76c91906ab3e4020" /><Relationship Type="http://schemas.openxmlformats.org/officeDocument/2006/relationships/notesMaster" Target="/ppt/notesMasters/notesMaster1.xml" Id="R4058e366e788445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3c9b41ae93f4ae5" /><Relationship Type="http://schemas.openxmlformats.org/officeDocument/2006/relationships/notesMaster" Target="/ppt/notesMasters/notesMaster1.xml" Id="R8e9cdaf899364be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1bff286933d48f7" /><Relationship Type="http://schemas.openxmlformats.org/officeDocument/2006/relationships/notesMaster" Target="/ppt/notesMasters/notesMaster1.xml" Id="R414372fd86b9451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f1ea73b2fdb450c" /><Relationship Type="http://schemas.openxmlformats.org/officeDocument/2006/relationships/notesMaster" Target="/ppt/notesMasters/notesMaster1.xml" Id="R30f917f72e37430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95af639c3794396" /><Relationship Type="http://schemas.openxmlformats.org/officeDocument/2006/relationships/notesMaster" Target="/ppt/notesMasters/notesMaster1.xml" Id="R2fc9807ec74a49a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c3e7e4142164857" /><Relationship Type="http://schemas.openxmlformats.org/officeDocument/2006/relationships/notesMaster" Target="/ppt/notesMasters/notesMaster1.xml" Id="R4e659150a65f441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purchased lot contained 10 Cisco 7945G phones. The eBay delivery email dated December 1, 2022 confirms the model. Shipping and payment details are excluded from the repository. Inventory each remaining phone to establish its condition and firmware. Updated October 17, 2026. These slides describe the architecture and deployment process. Actual installation and call results belong in the separate acceptance record.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eBay delivery email dated December 1, 2022 confirms the model and quantity. Cisco firmware family 7945_7965: https://www.cisco.com/web/software/282074288/128566/cmterm-7945_7965-sip.9-4-2SR2-2-readme.html</a:t>
            </a:r>
          </a:p>
          <a:p xmlns:a="http://schemas.openxmlformats.org/drawingml/2006/main">
            <a:r>
              <a:t>PoE: https://www.cisco.com/c/en/us/support/docs/voice-unified-communications/unified-ip-phone-7900-series/97869-poe-requirement-faq.html</a:t>
            </a:r>
          </a:p>
          <a:p xmlns:a="http://schemas.openxmlformats.org/drawingml/2006/main">
            <a:r>
              <a:t>Cisco provides SIP firmware for this model. Verify the required Asterisk features on the pilot phone.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design uses one Asterisk replica on a designated LAN node with hostNetwork and a static LAN IP. Keep the existing router DHCP service. Run TFTP only when needed. HA opens TCP AMI to Asterisk. For Assist, Asterisk opens SIP to HA VoIP and audio flows in both directions. Home Assistant may run on another LAN node or across the existing VPN. HTTP Ingress does not transport these protocols. Kubernetes: https://kubernetes.io/docs/concepts/workloads/controllers/deployment/</a:t>
            </a:r>
          </a:p>
          <a:p xmlns:a="http://schemas.openxmlformats.org/drawingml/2006/main">
            <a:r>
              <a:t>PJSIP: https://docs.asterisk.org/Configuration/Channel-Drivers/SIP/Configuring-res_pjsip/res_pjsip-Configuration-Examples/</a:t>
            </a:r>
          </a:p>
          <a:p xmlns:a="http://schemas.openxmlformats.org/drawingml/2006/main">
            <a:r>
              <a:t>HA: https://github.com/ha-homelab/asterisk-telephony</a:t>
            </a:r>
          </a:p>
          <a:p xmlns:a="http://schemas.openxmlformats.org/drawingml/2006/main">
            <a:r>
              <a:t>VoIP: https://www.home-assistant.io/integrations/voip/</a:t>
            </a:r>
          </a:p>
          <a:p xmlns:a="http://schemas.openxmlformats.org/drawingml/2006/main">
            <a:r>
              <a:t>See docs/k3s-deployment.md and docs/home-assistant.md.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PBX ports in this project: SIP TCP 5060 by default, optional UDP 5060, RTP UDP 10000–10199. tftpd-hpa uses UDP 69 and UDP 20000–20031. Allow AMI TCP 5038 only from the actual HA source IP/32. HA VoIP listens on SIP UDP 5060 or the selected port, plus dynamic RTP/RTCP UDP ports restricted to the PBX. Cisco RTP uses UDP 16384–16482. Firewall rules must account for both directions. NetworkPolicy alone does not protect hostNetwork. PJSIP: https://docs.asterisk.org/Configuration/Channel-Drivers/SIP/Configuring-res_pjsip/res_pjsip-Configuration-Examples/</a:t>
            </a:r>
          </a:p>
          <a:p xmlns:a="http://schemas.openxmlformats.org/drawingml/2006/main">
            <a:r>
              <a:t>VoIP: https://www.home-assistant.io/integrations/voip/</a:t>
            </a:r>
          </a:p>
          <a:p xmlns:a="http://schemas.openxmlformats.org/drawingml/2006/main">
            <a:r>
              <a:t>See docs/home-assistant.md.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Cisco 7945G supports IEEE 802.3af: https://www.cisco.com/c/en/us/support/docs/voice-unified-communications/unified-ip-phone-7900-series/97869-poe-requirement-faq.html</a:t>
            </a:r>
          </a:p>
          <a:p xmlns:a="http://schemas.openxmlformats.org/drawingml/2006/main">
            <a:r>
              <a:t>If the existing switch does not supply PoE, use an active IEEE 802.3af injector or a PoE switch. The phone needs no hardware modification. Connect to the SW/Network port. Check the per-port and total switch power budgets. To maintain service during a power outage, the UPS must power the entire network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appropriate reset procedure depends on the current phone state. Check App Load and the required upgrade path first. Cisco README for the 7945_7965 family: https://www.cisco.com/web/software/282074288/128566/cmterm-7945_7965-sip.9-4-2SR2-2-readme.html</a:t>
            </a:r>
          </a:p>
          <a:p xmlns:a="http://schemas.openxmlformats.org/drawingml/2006/main">
            <a:r>
              <a:t>Never downgrade HW 13.0+ below 9.3(1)SR3. Do not apply an intermediate 8.5(2) load to the entire fleet. Phones starting below 8.3(3) require an intermediate 8.3(3)–8.5(2) load before 9.3(1)+, subject to the selected release notes: https://www.cisco.com/en/US/docs/voice_ip_comm/cuipph/7900_series/firmware/9_3_1SR4/english/release_notes/P790_BK_RF3660D6_00_rn-9_3_1sr4-7900-series_chapter_00.pdf</a:t>
            </a:r>
          </a:p>
          <a:p xmlns:a="http://schemas.openxmlformats.org/drawingml/2006/main">
            <a:r>
              <a:t>Obtain the Cisco bundle from an authorized source and record its SHA-256 locally. The .loads file alone is insufficient.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Cisco: https://www.cisco.com/web/software/282074288/128566/cmterm-7945_7965-sip.9-4-2SR2-2-readme.html</a:t>
            </a:r>
          </a:p>
          <a:p xmlns:a="http://schemas.openxmlformats.org/drawingml/2006/main">
            <a:r>
              <a:t>Choose the exact loadInformation value from the selected bundle README and .loads file. Do not substitute a 7942/7962 file. SEP filenames use the uppercase MAC address without separators. The configuration may contain a SIP password, so restrict TFTP to the trusted LAN. Configure DHCP option 150 on the existing DHCP server, or use Alternate TFTP on the phone.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PJSIP examples: https://docs.asterisk.org/Configuration/Channel-Drivers/SIP/Configuring-res_pjsip/res_pjsip-Configuration-Examples/</a:t>
            </a:r>
          </a:p>
          <a:p xmlns:a="http://schemas.openxmlformats.org/drawingml/2006/main">
            <a:r>
              <a:t>Project baseline: a separate endpoint, auth and AOR for each phone, a unique password, and matching transport in the phone XML. TCP is the default. Enable UDP for phones explicitly. Use G.711 ulaw/alaw and direct_media=no to keep RTP flowing through Asterisk. Add NAT settings only when needed. The initial configuration supports internal calls without a PSTN/SIP trunk. Test extensions: 600 echo, 601 tone, 620 ring group, and 630 Assist when HA integration is enabled.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 installation and package: https://github.com/ha-homelab/asterisk-telephony</a:t>
            </a:r>
          </a:p>
          <a:p xmlns:a="http://schemas.openxmlformats.org/drawingml/2006/main">
            <a:r>
              <a:t>Verified TECH7Fox Asterisk integration v1.0.5, pinned commit: https://github.com/TECH7Fox/asterisk-hass-integration/tree/65ea9d637a58d6edb3b2bc9e8a6f90de896a9b3e</a:t>
            </a:r>
          </a:p>
          <a:p xmlns:a="http://schemas.openxmlformats.org/drawingml/2006/main">
            <a:r>
              <a:t>HA opens TCP 5038 to the PBX without TLS. Restrict access to the actual source IP/32 over LAN or VPN. Keep the separate .local/ha-ami-secret.json credentials out of Git and phone XML. Permissions are read=call,dtmf and write=system, plus originate only with allow_originate:true. Upstream needs system for discovery, but that permission also allows Hangup and other administrative actions. This is privileged access. HA exposes one global asterisk.send_action service without multi-PBX selection. DTMF uses a timestamp state and Digit attribute. Sent/Received directions are relative to Asterisk. Registered derives from DeviceState and does not replace pjsip show contacts. Map actual entity IDs and verify with two phones.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Official HA VoIP integration: https://www.home-assistant.io/integrations/voip/</a:t>
            </a:r>
          </a:p>
          <a:p xmlns:a="http://schemas.openxmlformats.org/drawingml/2006/main">
            <a:r>
              <a:t>Installation and acceptance: https://github.com/ha-homelab/asterisk-telephony</a:t>
            </a:r>
          </a:p>
          <a:p xmlns:a="http://schemas.openxmlformats.org/drawingml/2006/main">
            <a:r>
              <a:t>Pinned Opus transcoder: https://github.com/wazo-platform/wazo-codec-opus-open-source/tree/591b6cd9b75e2b9b6d815ef364a385fccee595a7</a:t>
            </a:r>
          </a:p>
          <a:p xmlns:a="http://schemas.openxmlformats.org/drawingml/2006/main">
            <a:r>
              <a:t>Cisco 7945G uses G.711. The verified HA 2026.10.2 VoIP integration requires Opus. Asterisk transcodes audio in both directions through a module built from Wazo source. Translation-path and container smoke tests verify server components. Verify a real conversation on the household phone separately. SIP to Cisco defaults to TCP 5060. SIP to HA uses UDP 5060 or the selected port. PBX RTP uses 10000–10199. HA uses dynamic RTP/RTCP UDP ports. Enable Allow calls and select the pipeline for the discovered VoIP device. SIP From preserves the extension, including calls originated from HA. Test STT, the TTS reply, hangup and a repeat call. AMI carries events and commands, not audio.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See README.md, docs/pbx-bootstrap.md, docs/k3s-deployment.md, docs/home-assistant.md, scripts/ and deploy/. Namespace: telephony. Bootstrap prepares server components, images and network rules before connecting an inventoried phone. provision.py --pbx-only performs this step without fake MAC addresses, phone endpoints or TFTP. Keep allow_originate:false and assist.enabled:false until the connection prerequisites pass. Do not commit local site, inventory or secrets. TFTP requires an actual phone inventory and suitable verified firmware. Take the exact generation and deployment commands from the current runbook. One Asterisk replica with Recreate prevents hostNetwork port conflicts. Stage the HA component before a separate installation window on the existing HA instance. k3s: https://docs.k3s.io/installation/requirements</a:t>
            </a:r>
          </a:p>
          <a:p xmlns:a="http://schemas.openxmlformats.org/drawingml/2006/main">
            <a:r>
              <a:t>HA: https://github.com/ha-homelab/asterisk-telephony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project acceptance criteria. Record actual household installation results separately. Use two physical phones with verified inventory. Check pjsip show contacts, calls from 201 to 202 and from 202 to 201, two-way audio, DTMF/echo, hold/transfer and the clock. Then check HA states, Originate, Hangup using the actual active Channel, and a harmless DTMF notification. Determine DTMF Sent/Received direction on the pilot. For 630: Allow calls, pipeline selection, a separate identity for each phone, STT, TTS and hangup. Repeat after a phone cold boot and controlled PBX/HA restarts. Automated runtime and smoke tests do not replace physical acceptance. https://github.com/ha-homelab/asterisk-telephony/blob/main/docs/acceptance.md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operating requirements: telephony runs on one node without high availability. Back up inventory, SIP/AMI secrets, configuration, persistent Asterisk data, firmware provenance, HA config/.storage and entity mappings. Test restoration separately. Do not publish SIP/AMI passwords or firmware binaries. Exclude raw DTMF and call sensors from HA Recorder. Exclusions do not remove existing history. Setting home_assistant.enabled:false and regenerating/applying the configuration disables AMI and extension 630 while retaining basic internal calls. See docs/operations.md and https://github.com/ha-homelab/asterisk-telephony/blob/main/docs/privacy.md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Record actual hardware results in a separate private acceptance log. These slides describe preparation and acceptance criteria. Inventory the surviving devices to record PID/HW/MAC, App Load, network addresses and power. Automated tests verify components and configuration. Physical acceptance covers audio, HA call control, DTMF and Assist on real phones. After the pilot passes, add the remaining phones one at a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29f39805479458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b790a73b7fb4c2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2858d87a92a427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c56328863634ea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b6a8a69644f4fd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4f96ec7a8144fe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B7C583D-786D-4D98-B5EC-0841498756B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B967479-C9DD-45F0-B651-885986D4E3A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F71AAEB-3E45-4A2E-B8F7-F33463F7C2B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62032DA-A6DE-4552-B3B5-1A6EF95B4D5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E026A7D-C8B2-4FE3-AEC9-3D9E4FCB99C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84B1495-D3CD-41EB-9E83-6492E7067A7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8294F93-6BCC-46DF-9DCB-56F2D768A7A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10957AE-F2C2-48F8-A043-BADF30F871B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0C1956A-CB10-4347-B7D5-051FD675F06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54EB5E2-310D-4744-BBD1-F8DF3E5EDAE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38b53f4a6ec467c" /><Relationship Type="http://schemas.openxmlformats.org/officeDocument/2006/relationships/slideLayout" Target="/ppt/slideLayouts/slideLayout1.xml" Id="R701adfa2d26f4851" /><Relationship Type="http://schemas.openxmlformats.org/officeDocument/2006/relationships/slideLayout" Target="/ppt/slideLayouts/slideLayout2.xml" Id="R2dff27cb01874c7e" /><Relationship Type="http://schemas.openxmlformats.org/officeDocument/2006/relationships/slideLayout" Target="/ppt/slideLayouts/slideLayout3.xml" Id="Rb17466c6f0bb4f2e" /><Relationship Type="http://schemas.openxmlformats.org/officeDocument/2006/relationships/slideLayout" Target="/ppt/slideLayouts/slideLayout4.xml" Id="Ra470e5e7bcb04b98" /><Relationship Type="http://schemas.openxmlformats.org/officeDocument/2006/relationships/slideLayout" Target="/ppt/slideLayouts/slideLayout5.xml" Id="R1522fb5290f34842" /><Relationship Type="http://schemas.openxmlformats.org/officeDocument/2006/relationships/slideLayout" Target="/ppt/slideLayouts/slideLayout6.xml" Id="Rc04ec58a0e6247f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01adfa2d26f4851"/>
    <p:sldLayoutId xmlns:r="http://schemas.openxmlformats.org/officeDocument/2006/relationships" id="2147483650" r:id="R2dff27cb01874c7e"/>
    <p:sldLayoutId xmlns:r="http://schemas.openxmlformats.org/officeDocument/2006/relationships" id="2147483651" r:id="Rb17466c6f0bb4f2e"/>
    <p:sldLayoutId xmlns:r="http://schemas.openxmlformats.org/officeDocument/2006/relationships" id="2147483652" r:id="Ra470e5e7bcb04b98"/>
    <p:sldLayoutId xmlns:r="http://schemas.openxmlformats.org/officeDocument/2006/relationships" id="2147483653" r:id="R1522fb5290f34842"/>
    <p:sldLayoutId xmlns:r="http://schemas.openxmlformats.org/officeDocument/2006/relationships" id="2147483654" r:id="Rc04ec58a0e6247f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fbe5087add644d0" /><Relationship Type="http://schemas.openxmlformats.org/officeDocument/2006/relationships/notesSlide" Target="/ppt/notesSlides/notesSlide1.xml" Id="R815ca1c9e3b448e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f6495212098472b" /><Relationship Type="http://schemas.openxmlformats.org/officeDocument/2006/relationships/notesSlide" Target="/ppt/notesSlides/notesSlide2.xml" Id="R25d84b515634451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e9ab4a226f84e08" /><Relationship Type="http://schemas.openxmlformats.org/officeDocument/2006/relationships/notesSlide" Target="/ppt/notesSlides/notesSlide3.xml" Id="R8f6f3908f98c44b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d37023cc8c04046" /><Relationship Type="http://schemas.openxmlformats.org/officeDocument/2006/relationships/notesSlide" Target="/ppt/notesSlides/notesSlide4.xml" Id="R74ec1af9d13c401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75cffc491b84047" /><Relationship Type="http://schemas.openxmlformats.org/officeDocument/2006/relationships/notesSlide" Target="/ppt/notesSlides/notesSlide5.xml" Id="Rab11d7c05ecf433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5a034726fd3454e" /><Relationship Type="http://schemas.openxmlformats.org/officeDocument/2006/relationships/notesSlide" Target="/ppt/notesSlides/notesSlide6.xml" Id="R308475b5fb91415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e92a5c8a65f4942" /><Relationship Type="http://schemas.openxmlformats.org/officeDocument/2006/relationships/notesSlide" Target="/ppt/notesSlides/notesSlide7.xml" Id="R1445d679665442b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a709ebb1bb04245" /><Relationship Type="http://schemas.openxmlformats.org/officeDocument/2006/relationships/notesSlide" Target="/ppt/notesSlides/notesSlide8.xml" Id="Ree162e5c0f5b41e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4fbb99b9c7c4125" /><Relationship Type="http://schemas.openxmlformats.org/officeDocument/2006/relationships/notesSlide" Target="/ppt/notesSlides/notesSlide9.xml" Id="Rc784ff2ae1c8426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b93d25bf6de437b" /><Relationship Type="http://schemas.openxmlformats.org/officeDocument/2006/relationships/notesSlide" Target="/ppt/notesSlides/notesSlide10.xml" Id="R00bb1881901f471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2c5b7e5f6862476d" /><Relationship Type="http://schemas.openxmlformats.org/officeDocument/2006/relationships/notesSlide" Target="/ppt/notesSlides/notesSlide11.xml" Id="Rc70a1deaee0242b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91e148bff7934123" /><Relationship Type="http://schemas.openxmlformats.org/officeDocument/2006/relationships/notesSlide" Target="/ppt/notesSlides/notesSlide12.xml" Id="R87cb36f80ad94b0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68f97297ff6641bf" /><Relationship Type="http://schemas.openxmlformats.org/officeDocument/2006/relationships/notesSlide" Target="/ppt/notesSlides/notesSlide13.xml" Id="R3061e9fb65bd4a1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8195b3c7813a4782" /><Relationship Type="http://schemas.openxmlformats.org/officeDocument/2006/relationships/notesSlide" Target="/ppt/notesSlides/notesSlide14.xml" Id="Rfcc1e7d13d9b400c" /></Relationships>
</file>

<file path=ppt/slides/slide1.xml><?xml version="1.0" encoding="utf-8"?>
<p:sld xmlns:p="http://schemas.openxmlformats.org/presentationml/2006/main">
  <p:cSld>
    <p:bg>
      <p:bgPr>
        <a:solidFill xmlns:a="http://schemas.openxmlformats.org/drawingml/2006/main">
          <a:srgbClr val="101C3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05B99C7-6A3F-42AB-A737-F630ECDF03D6}"/>
              </a:ext>
            </a:extLst>
          </p:cNvPr>
          <p:cNvSpPr>
            <a:spLocks xmlns:a="http://schemas.openxmlformats.org/drawingml/2006/main" noGrp="1"/>
          </p:cNvSpPr>
          <p:nvPr/>
        </p:nvSpPr>
        <p:spPr>
          <a:xfrm xmlns:a="http://schemas.openxmlformats.org/drawingml/2006/main">
            <a:off x="571500" y="41910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75" b="1">
                <a:solidFill>
                  <a:srgbClr val="F5F7FB"/>
                </a:solidFill>
                <a:latin typeface="Arial"/>
                <a:ea typeface="Arial"/>
                <a:cs typeface="Arial"/>
              </a:defRPr>
            </a:defPPr>
            <a:lvl1pPr algn="l">
              <a:defRPr sz="3375" b="1">
                <a:solidFill>
                  <a:srgbClr val="F5F7FB"/>
                </a:solidFill>
                <a:latin typeface="Arial"/>
                <a:ea typeface="Arial"/>
                <a:cs typeface="Arial"/>
              </a:defRPr>
            </a:lvl1pPr>
            <a:lvl2pPr algn="l">
              <a:defRPr sz="3375" b="1">
                <a:solidFill>
                  <a:srgbClr val="F5F7FB"/>
                </a:solidFill>
                <a:latin typeface="Arial"/>
                <a:ea typeface="Arial"/>
                <a:cs typeface="Arial"/>
              </a:defRPr>
            </a:lvl2pPr>
            <a:lvl3pPr algn="l">
              <a:defRPr sz="3375" b="1">
                <a:solidFill>
                  <a:srgbClr val="F5F7FB"/>
                </a:solidFill>
                <a:latin typeface="Arial"/>
                <a:ea typeface="Arial"/>
                <a:cs typeface="Arial"/>
              </a:defRPr>
            </a:lvl3pPr>
            <a:lvl4pPr algn="l">
              <a:defRPr sz="3375" b="1">
                <a:solidFill>
                  <a:srgbClr val="F5F7FB"/>
                </a:solidFill>
                <a:latin typeface="Arial"/>
                <a:ea typeface="Arial"/>
                <a:cs typeface="Arial"/>
              </a:defRPr>
            </a:lvl4pPr>
            <a:lvl5pPr algn="l">
              <a:defRPr sz="3375" b="1">
                <a:solidFill>
                  <a:srgbClr val="F5F7FB"/>
                </a:solidFill>
                <a:latin typeface="Arial"/>
                <a:ea typeface="Arial"/>
                <a:cs typeface="Arial"/>
              </a:defRPr>
            </a:lvl5pPr>
            <a:lvl6pPr algn="l">
              <a:defRPr sz="3375" b="1">
                <a:solidFill>
                  <a:srgbClr val="F5F7FB"/>
                </a:solidFill>
                <a:latin typeface="Arial"/>
                <a:ea typeface="Arial"/>
                <a:cs typeface="Arial"/>
              </a:defRPr>
            </a:lvl6pPr>
            <a:lvl7pPr algn="l">
              <a:defRPr sz="3375" b="1">
                <a:solidFill>
                  <a:srgbClr val="F5F7FB"/>
                </a:solidFill>
                <a:latin typeface="Arial"/>
                <a:ea typeface="Arial"/>
                <a:cs typeface="Arial"/>
              </a:defRPr>
            </a:lvl7pPr>
            <a:lvl8pPr algn="l">
              <a:defRPr sz="3375" b="1">
                <a:solidFill>
                  <a:srgbClr val="F5F7FB"/>
                </a:solidFill>
                <a:latin typeface="Arial"/>
                <a:ea typeface="Arial"/>
                <a:cs typeface="Arial"/>
              </a:defRPr>
            </a:lvl8pPr>
            <a:lvl9pPr algn="l">
              <a:defRPr sz="3375" b="1">
                <a:solidFill>
                  <a:srgbClr val="F5F7FB"/>
                </a:solidFill>
                <a:latin typeface="Arial"/>
                <a:ea typeface="Arial"/>
                <a:cs typeface="Arial"/>
              </a:defRPr>
            </a:lvl9pPr>
          </a:lstStyle>
          <a:p xmlns:a="http://schemas.openxmlformats.org/drawingml/2006/main">
            <a:r>
              <a:t/>
            </a:r>
          </a:p>
        </p:txBody>
      </p:sp>
      <p:sp>
        <p:nvSpPr>
          <p:cNvPr id="2" name="01">
            <a:extLst xmlns:a="http://schemas.openxmlformats.org/drawingml/2006/main">
              <a:ext uri="{FF2B5EF4-FFF2-40B4-BE49-F238E27FC236}">
                <a16:creationId xmlns:a16="http://schemas.microsoft.com/office/drawing/2014/main" id="{17A4BA9F-8FBD-451E-9CAC-C678432706AC}"/>
              </a:ext>
            </a:extLst>
          </p:cNvPr>
          <p:cNvSpPr>
            <a:spLocks xmlns:a="http://schemas.openxmlformats.org/drawingml/2006/main" noGrp="1"/>
          </p:cNvSpPr>
          <p:nvPr/>
        </p:nvSpPr>
        <p:spPr>
          <a:xfrm xmlns:a="http://schemas.openxmlformats.org/drawingml/2006/main">
            <a:off x="11049000" y="63627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AAB9D0"/>
                </a:solidFill>
                <a:latin typeface="Arial"/>
                <a:ea typeface="Arial"/>
                <a:cs typeface="Arial"/>
              </a:defRPr>
            </a:defPPr>
            <a:lvl1pPr algn="r">
              <a:defRPr sz="1275" b="0">
                <a:solidFill>
                  <a:srgbClr val="AAB9D0"/>
                </a:solidFill>
                <a:latin typeface="Arial"/>
                <a:ea typeface="Arial"/>
                <a:cs typeface="Arial"/>
              </a:defRPr>
            </a:lvl1pPr>
            <a:lvl2pPr algn="r">
              <a:defRPr sz="1275" b="0">
                <a:solidFill>
                  <a:srgbClr val="AAB9D0"/>
                </a:solidFill>
                <a:latin typeface="Arial"/>
                <a:ea typeface="Arial"/>
                <a:cs typeface="Arial"/>
              </a:defRPr>
            </a:lvl2pPr>
            <a:lvl3pPr algn="r">
              <a:defRPr sz="1275" b="0">
                <a:solidFill>
                  <a:srgbClr val="AAB9D0"/>
                </a:solidFill>
                <a:latin typeface="Arial"/>
                <a:ea typeface="Arial"/>
                <a:cs typeface="Arial"/>
              </a:defRPr>
            </a:lvl3pPr>
            <a:lvl4pPr algn="r">
              <a:defRPr sz="1275" b="0">
                <a:solidFill>
                  <a:srgbClr val="AAB9D0"/>
                </a:solidFill>
                <a:latin typeface="Arial"/>
                <a:ea typeface="Arial"/>
                <a:cs typeface="Arial"/>
              </a:defRPr>
            </a:lvl4pPr>
            <a:lvl5pPr algn="r">
              <a:defRPr sz="1275" b="0">
                <a:solidFill>
                  <a:srgbClr val="AAB9D0"/>
                </a:solidFill>
                <a:latin typeface="Arial"/>
                <a:ea typeface="Arial"/>
                <a:cs typeface="Arial"/>
              </a:defRPr>
            </a:lvl5pPr>
            <a:lvl6pPr algn="r">
              <a:defRPr sz="1275" b="0">
                <a:solidFill>
                  <a:srgbClr val="AAB9D0"/>
                </a:solidFill>
                <a:latin typeface="Arial"/>
                <a:ea typeface="Arial"/>
                <a:cs typeface="Arial"/>
              </a:defRPr>
            </a:lvl6pPr>
            <a:lvl7pPr algn="r">
              <a:defRPr sz="1275" b="0">
                <a:solidFill>
                  <a:srgbClr val="AAB9D0"/>
                </a:solidFill>
                <a:latin typeface="Arial"/>
                <a:ea typeface="Arial"/>
                <a:cs typeface="Arial"/>
              </a:defRPr>
            </a:lvl7pPr>
            <a:lvl8pPr algn="r">
              <a:defRPr sz="1275" b="0">
                <a:solidFill>
                  <a:srgbClr val="AAB9D0"/>
                </a:solidFill>
                <a:latin typeface="Arial"/>
                <a:ea typeface="Arial"/>
                <a:cs typeface="Arial"/>
              </a:defRPr>
            </a:lvl8pPr>
            <a:lvl9pPr algn="r">
              <a:defRPr sz="1275" b="0">
                <a:solidFill>
                  <a:srgbClr val="AAB9D0"/>
                </a:solidFill>
                <a:latin typeface="Arial"/>
                <a:ea typeface="Arial"/>
                <a:cs typeface="Arial"/>
              </a:defRPr>
            </a:lvl9pPr>
          </a:lstStyle>
          <a:p xmlns:a="http://schemas.openxmlformats.org/drawingml/2006/main">
            <a:pPr algn="r">
              <a:defRPr sz="1275" b="0">
                <a:solidFill>
                  <a:srgbClr val="AAB9D0"/>
                </a:solidFill>
                <a:latin typeface="Arial"/>
                <a:ea typeface="Arial"/>
                <a:cs typeface="Arial"/>
              </a:defRPr>
            </a:pPr>
            <a:r>
              <a:rPr sz="1275" b="0">
                <a:solidFill>
                  <a:srgbClr val="AAB9D0"/>
                </a:solidFill>
                <a:latin typeface="Arial"/>
                <a:ea typeface="Arial"/>
                <a:cs typeface="Arial"/>
              </a:rPr>
              <a:t>01</a:t>
            </a:r>
          </a:p>
        </p:txBody>
      </p:sp>
      <p:sp>
        <p:nvSpPr>
          <p:cNvPr id="3" name="Cisco 7945G">
            <a:extLst xmlns:a="http://schemas.openxmlformats.org/drawingml/2006/main">
              <a:ext uri="{FF2B5EF4-FFF2-40B4-BE49-F238E27FC236}">
                <a16:creationId xmlns:a16="http://schemas.microsoft.com/office/drawing/2014/main" id="{F5FF04A7-4F8D-43E7-A82B-C2400A77DD3D}"/>
              </a:ext>
            </a:extLst>
          </p:cNvPr>
          <p:cNvSpPr>
            <a:spLocks xmlns:a="http://schemas.openxmlformats.org/drawingml/2006/main" noGrp="1"/>
          </p:cNvSpPr>
          <p:nvPr/>
        </p:nvSpPr>
        <p:spPr>
          <a:xfrm xmlns:a="http://schemas.openxmlformats.org/drawingml/2006/main">
            <a:off x="571500" y="1285875"/>
            <a:ext cx="11049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000" b="1">
                <a:solidFill>
                  <a:srgbClr val="48DDCC"/>
                </a:solidFill>
                <a:latin typeface="Arial"/>
                <a:ea typeface="Arial"/>
                <a:cs typeface="Arial"/>
              </a:defRPr>
            </a:defPPr>
            <a:lvl1pPr algn="l">
              <a:defRPr sz="6000" b="1">
                <a:solidFill>
                  <a:srgbClr val="48DDCC"/>
                </a:solidFill>
                <a:latin typeface="Arial"/>
                <a:ea typeface="Arial"/>
                <a:cs typeface="Arial"/>
              </a:defRPr>
            </a:lvl1pPr>
            <a:lvl2pPr algn="l">
              <a:defRPr sz="6000" b="1">
                <a:solidFill>
                  <a:srgbClr val="48DDCC"/>
                </a:solidFill>
                <a:latin typeface="Arial"/>
                <a:ea typeface="Arial"/>
                <a:cs typeface="Arial"/>
              </a:defRPr>
            </a:lvl2pPr>
            <a:lvl3pPr algn="l">
              <a:defRPr sz="6000" b="1">
                <a:solidFill>
                  <a:srgbClr val="48DDCC"/>
                </a:solidFill>
                <a:latin typeface="Arial"/>
                <a:ea typeface="Arial"/>
                <a:cs typeface="Arial"/>
              </a:defRPr>
            </a:lvl3pPr>
            <a:lvl4pPr algn="l">
              <a:defRPr sz="6000" b="1">
                <a:solidFill>
                  <a:srgbClr val="48DDCC"/>
                </a:solidFill>
                <a:latin typeface="Arial"/>
                <a:ea typeface="Arial"/>
                <a:cs typeface="Arial"/>
              </a:defRPr>
            </a:lvl4pPr>
            <a:lvl5pPr algn="l">
              <a:defRPr sz="6000" b="1">
                <a:solidFill>
                  <a:srgbClr val="48DDCC"/>
                </a:solidFill>
                <a:latin typeface="Arial"/>
                <a:ea typeface="Arial"/>
                <a:cs typeface="Arial"/>
              </a:defRPr>
            </a:lvl5pPr>
            <a:lvl6pPr algn="l">
              <a:defRPr sz="6000" b="1">
                <a:solidFill>
                  <a:srgbClr val="48DDCC"/>
                </a:solidFill>
                <a:latin typeface="Arial"/>
                <a:ea typeface="Arial"/>
                <a:cs typeface="Arial"/>
              </a:defRPr>
            </a:lvl6pPr>
            <a:lvl7pPr algn="l">
              <a:defRPr sz="6000" b="1">
                <a:solidFill>
                  <a:srgbClr val="48DDCC"/>
                </a:solidFill>
                <a:latin typeface="Arial"/>
                <a:ea typeface="Arial"/>
                <a:cs typeface="Arial"/>
              </a:defRPr>
            </a:lvl7pPr>
            <a:lvl8pPr algn="l">
              <a:defRPr sz="6000" b="1">
                <a:solidFill>
                  <a:srgbClr val="48DDCC"/>
                </a:solidFill>
                <a:latin typeface="Arial"/>
                <a:ea typeface="Arial"/>
                <a:cs typeface="Arial"/>
              </a:defRPr>
            </a:lvl8pPr>
            <a:lvl9pPr algn="l">
              <a:defRPr sz="6000" b="1">
                <a:solidFill>
                  <a:srgbClr val="48DDCC"/>
                </a:solidFill>
                <a:latin typeface="Arial"/>
                <a:ea typeface="Arial"/>
                <a:cs typeface="Arial"/>
              </a:defRPr>
            </a:lvl9pPr>
          </a:lstStyle>
          <a:p xmlns:a="http://schemas.openxmlformats.org/drawingml/2006/main">
            <a:pPr algn="l">
              <a:defRPr sz="6000" b="1">
                <a:solidFill>
                  <a:srgbClr val="48DDCC"/>
                </a:solidFill>
                <a:latin typeface="Arial"/>
                <a:ea typeface="Arial"/>
                <a:cs typeface="Arial"/>
              </a:defRPr>
            </a:pPr>
            <a:r>
              <a:rPr sz="6000" b="1">
                <a:solidFill>
                  <a:srgbClr val="48DDCC"/>
                </a:solidFill>
                <a:latin typeface="Arial"/>
                <a:ea typeface="Arial"/>
                <a:cs typeface="Arial"/>
              </a:rPr>
              <a:t>Cisco 7945G</a:t>
            </a:r>
          </a:p>
        </p:txBody>
      </p:sp>
      <p:sp>
        <p:nvSpPr>
          <p:cNvPr id="4" name="Home telephony">
            <a:extLst xmlns:a="http://schemas.openxmlformats.org/drawingml/2006/main">
              <a:ext uri="{FF2B5EF4-FFF2-40B4-BE49-F238E27FC236}">
                <a16:creationId xmlns:a16="http://schemas.microsoft.com/office/drawing/2014/main" id="{C3AC3E45-127B-4BE5-8ADA-D8C361786CE6}"/>
              </a:ext>
            </a:extLst>
          </p:cNvPr>
          <p:cNvSpPr>
            <a:spLocks xmlns:a="http://schemas.openxmlformats.org/drawingml/2006/main" noGrp="1"/>
          </p:cNvSpPr>
          <p:nvPr/>
        </p:nvSpPr>
        <p:spPr>
          <a:xfrm xmlns:a="http://schemas.openxmlformats.org/drawingml/2006/main">
            <a:off x="571500" y="2524125"/>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575" b="1">
                <a:solidFill>
                  <a:srgbClr val="F5F7FB"/>
                </a:solidFill>
                <a:latin typeface="Arial"/>
                <a:ea typeface="Arial"/>
                <a:cs typeface="Arial"/>
              </a:defRPr>
            </a:defPPr>
            <a:lvl1pPr algn="l">
              <a:defRPr sz="4575" b="1">
                <a:solidFill>
                  <a:srgbClr val="F5F7FB"/>
                </a:solidFill>
                <a:latin typeface="Arial"/>
                <a:ea typeface="Arial"/>
                <a:cs typeface="Arial"/>
              </a:defRPr>
            </a:lvl1pPr>
            <a:lvl2pPr algn="l">
              <a:defRPr sz="4575" b="1">
                <a:solidFill>
                  <a:srgbClr val="F5F7FB"/>
                </a:solidFill>
                <a:latin typeface="Arial"/>
                <a:ea typeface="Arial"/>
                <a:cs typeface="Arial"/>
              </a:defRPr>
            </a:lvl2pPr>
            <a:lvl3pPr algn="l">
              <a:defRPr sz="4575" b="1">
                <a:solidFill>
                  <a:srgbClr val="F5F7FB"/>
                </a:solidFill>
                <a:latin typeface="Arial"/>
                <a:ea typeface="Arial"/>
                <a:cs typeface="Arial"/>
              </a:defRPr>
            </a:lvl3pPr>
            <a:lvl4pPr algn="l">
              <a:defRPr sz="4575" b="1">
                <a:solidFill>
                  <a:srgbClr val="F5F7FB"/>
                </a:solidFill>
                <a:latin typeface="Arial"/>
                <a:ea typeface="Arial"/>
                <a:cs typeface="Arial"/>
              </a:defRPr>
            </a:lvl4pPr>
            <a:lvl5pPr algn="l">
              <a:defRPr sz="4575" b="1">
                <a:solidFill>
                  <a:srgbClr val="F5F7FB"/>
                </a:solidFill>
                <a:latin typeface="Arial"/>
                <a:ea typeface="Arial"/>
                <a:cs typeface="Arial"/>
              </a:defRPr>
            </a:lvl5pPr>
            <a:lvl6pPr algn="l">
              <a:defRPr sz="4575" b="1">
                <a:solidFill>
                  <a:srgbClr val="F5F7FB"/>
                </a:solidFill>
                <a:latin typeface="Arial"/>
                <a:ea typeface="Arial"/>
                <a:cs typeface="Arial"/>
              </a:defRPr>
            </a:lvl6pPr>
            <a:lvl7pPr algn="l">
              <a:defRPr sz="4575" b="1">
                <a:solidFill>
                  <a:srgbClr val="F5F7FB"/>
                </a:solidFill>
                <a:latin typeface="Arial"/>
                <a:ea typeface="Arial"/>
                <a:cs typeface="Arial"/>
              </a:defRPr>
            </a:lvl7pPr>
            <a:lvl8pPr algn="l">
              <a:defRPr sz="4575" b="1">
                <a:solidFill>
                  <a:srgbClr val="F5F7FB"/>
                </a:solidFill>
                <a:latin typeface="Arial"/>
                <a:ea typeface="Arial"/>
                <a:cs typeface="Arial"/>
              </a:defRPr>
            </a:lvl8pPr>
            <a:lvl9pPr algn="l">
              <a:defRPr sz="4575" b="1">
                <a:solidFill>
                  <a:srgbClr val="F5F7FB"/>
                </a:solidFill>
                <a:latin typeface="Arial"/>
                <a:ea typeface="Arial"/>
                <a:cs typeface="Arial"/>
              </a:defRPr>
            </a:lvl9pPr>
          </a:lstStyle>
          <a:p xmlns:a="http://schemas.openxmlformats.org/drawingml/2006/main">
            <a:pPr algn="l">
              <a:defRPr sz="4575" b="1">
                <a:solidFill>
                  <a:srgbClr val="F5F7FB"/>
                </a:solidFill>
                <a:latin typeface="Arial"/>
                <a:ea typeface="Arial"/>
                <a:cs typeface="Arial"/>
              </a:defRPr>
            </a:pPr>
            <a:r>
              <a:rPr sz="4575" b="1">
                <a:solidFill>
                  <a:srgbClr val="F5F7FB"/>
                </a:solidFill>
                <a:latin typeface="Arial"/>
                <a:ea typeface="Arial"/>
                <a:cs typeface="Arial"/>
              </a:rPr>
              <a:t>Home telephony</a:t>
            </a:r>
          </a:p>
        </p:txBody>
      </p:sp>
      <p:sp>
        <p:nvSpPr>
          <p:cNvPr id="5" name="Asterisk in k3s + Home Assistant">
            <a:extLst xmlns:a="http://schemas.openxmlformats.org/drawingml/2006/main">
              <a:ext uri="{FF2B5EF4-FFF2-40B4-BE49-F238E27FC236}">
                <a16:creationId xmlns:a16="http://schemas.microsoft.com/office/drawing/2014/main" id="{5C1364D5-8A58-44CD-9653-800C69D6E3EF}"/>
              </a:ext>
            </a:extLst>
          </p:cNvPr>
          <p:cNvSpPr>
            <a:spLocks xmlns:a="http://schemas.openxmlformats.org/drawingml/2006/main" noGrp="1"/>
          </p:cNvSpPr>
          <p:nvPr/>
        </p:nvSpPr>
        <p:spPr>
          <a:xfrm xmlns:a="http://schemas.openxmlformats.org/drawingml/2006/main">
            <a:off x="571500" y="3810000"/>
            <a:ext cx="1047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75" b="0">
                <a:solidFill>
                  <a:srgbClr val="FF836D"/>
                </a:solidFill>
                <a:latin typeface="Arial"/>
                <a:ea typeface="Arial"/>
                <a:cs typeface="Arial"/>
              </a:defRPr>
            </a:defPPr>
            <a:lvl1pPr algn="l">
              <a:defRPr sz="3075" b="0">
                <a:solidFill>
                  <a:srgbClr val="FF836D"/>
                </a:solidFill>
                <a:latin typeface="Arial"/>
                <a:ea typeface="Arial"/>
                <a:cs typeface="Arial"/>
              </a:defRPr>
            </a:lvl1pPr>
            <a:lvl2pPr algn="l">
              <a:defRPr sz="3075" b="0">
                <a:solidFill>
                  <a:srgbClr val="FF836D"/>
                </a:solidFill>
                <a:latin typeface="Arial"/>
                <a:ea typeface="Arial"/>
                <a:cs typeface="Arial"/>
              </a:defRPr>
            </a:lvl2pPr>
            <a:lvl3pPr algn="l">
              <a:defRPr sz="3075" b="0">
                <a:solidFill>
                  <a:srgbClr val="FF836D"/>
                </a:solidFill>
                <a:latin typeface="Arial"/>
                <a:ea typeface="Arial"/>
                <a:cs typeface="Arial"/>
              </a:defRPr>
            </a:lvl3pPr>
            <a:lvl4pPr algn="l">
              <a:defRPr sz="3075" b="0">
                <a:solidFill>
                  <a:srgbClr val="FF836D"/>
                </a:solidFill>
                <a:latin typeface="Arial"/>
                <a:ea typeface="Arial"/>
                <a:cs typeface="Arial"/>
              </a:defRPr>
            </a:lvl4pPr>
            <a:lvl5pPr algn="l">
              <a:defRPr sz="3075" b="0">
                <a:solidFill>
                  <a:srgbClr val="FF836D"/>
                </a:solidFill>
                <a:latin typeface="Arial"/>
                <a:ea typeface="Arial"/>
                <a:cs typeface="Arial"/>
              </a:defRPr>
            </a:lvl5pPr>
            <a:lvl6pPr algn="l">
              <a:defRPr sz="3075" b="0">
                <a:solidFill>
                  <a:srgbClr val="FF836D"/>
                </a:solidFill>
                <a:latin typeface="Arial"/>
                <a:ea typeface="Arial"/>
                <a:cs typeface="Arial"/>
              </a:defRPr>
            </a:lvl6pPr>
            <a:lvl7pPr algn="l">
              <a:defRPr sz="3075" b="0">
                <a:solidFill>
                  <a:srgbClr val="FF836D"/>
                </a:solidFill>
                <a:latin typeface="Arial"/>
                <a:ea typeface="Arial"/>
                <a:cs typeface="Arial"/>
              </a:defRPr>
            </a:lvl7pPr>
            <a:lvl8pPr algn="l">
              <a:defRPr sz="3075" b="0">
                <a:solidFill>
                  <a:srgbClr val="FF836D"/>
                </a:solidFill>
                <a:latin typeface="Arial"/>
                <a:ea typeface="Arial"/>
                <a:cs typeface="Arial"/>
              </a:defRPr>
            </a:lvl8pPr>
            <a:lvl9pPr algn="l">
              <a:defRPr sz="3075" b="0">
                <a:solidFill>
                  <a:srgbClr val="FF836D"/>
                </a:solidFill>
                <a:latin typeface="Arial"/>
                <a:ea typeface="Arial"/>
                <a:cs typeface="Arial"/>
              </a:defRPr>
            </a:lvl9pPr>
          </a:lstStyle>
          <a:p xmlns:a="http://schemas.openxmlformats.org/drawingml/2006/main">
            <a:pPr algn="l">
              <a:defRPr sz="3075" b="0">
                <a:solidFill>
                  <a:srgbClr val="FF836D"/>
                </a:solidFill>
                <a:latin typeface="Arial"/>
                <a:ea typeface="Arial"/>
                <a:cs typeface="Arial"/>
              </a:defRPr>
            </a:pPr>
            <a:r>
              <a:rPr sz="3075" b="0">
                <a:solidFill>
                  <a:srgbClr val="FF836D"/>
                </a:solidFill>
                <a:latin typeface="Arial"/>
                <a:ea typeface="Arial"/>
                <a:cs typeface="Arial"/>
              </a:rPr>
              <a:t>Asterisk in k3s + Home Assistant</a:t>
            </a:r>
          </a:p>
        </p:txBody>
      </p:sp>
      <p:sp>
        <p:nvSpPr>
          <p:cNvPr id="6" name="10 phones with color displays">
            <a:extLst xmlns:a="http://schemas.openxmlformats.org/drawingml/2006/main">
              <a:ext uri="{FF2B5EF4-FFF2-40B4-BE49-F238E27FC236}">
                <a16:creationId xmlns:a16="http://schemas.microsoft.com/office/drawing/2014/main" id="{7A5636D0-F3FC-44B3-829E-0FDEA83381A1}"/>
              </a:ext>
            </a:extLst>
          </p:cNvPr>
          <p:cNvSpPr>
            <a:spLocks xmlns:a="http://schemas.openxmlformats.org/drawingml/2006/main" noGrp="1"/>
          </p:cNvSpPr>
          <p:nvPr/>
        </p:nvSpPr>
        <p:spPr>
          <a:xfrm xmlns:a="http://schemas.openxmlformats.org/drawingml/2006/main">
            <a:off x="571500" y="514350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AAB9D0"/>
                </a:solidFill>
                <a:latin typeface="Arial"/>
                <a:ea typeface="Arial"/>
                <a:cs typeface="Arial"/>
              </a:defRPr>
            </a:defPPr>
            <a:lvl1pPr algn="l">
              <a:defRPr sz="2175" b="0">
                <a:solidFill>
                  <a:srgbClr val="AAB9D0"/>
                </a:solidFill>
                <a:latin typeface="Arial"/>
                <a:ea typeface="Arial"/>
                <a:cs typeface="Arial"/>
              </a:defRPr>
            </a:lvl1pPr>
            <a:lvl2pPr algn="l">
              <a:defRPr sz="2175" b="0">
                <a:solidFill>
                  <a:srgbClr val="AAB9D0"/>
                </a:solidFill>
                <a:latin typeface="Arial"/>
                <a:ea typeface="Arial"/>
                <a:cs typeface="Arial"/>
              </a:defRPr>
            </a:lvl2pPr>
            <a:lvl3pPr algn="l">
              <a:defRPr sz="2175" b="0">
                <a:solidFill>
                  <a:srgbClr val="AAB9D0"/>
                </a:solidFill>
                <a:latin typeface="Arial"/>
                <a:ea typeface="Arial"/>
                <a:cs typeface="Arial"/>
              </a:defRPr>
            </a:lvl3pPr>
            <a:lvl4pPr algn="l">
              <a:defRPr sz="2175" b="0">
                <a:solidFill>
                  <a:srgbClr val="AAB9D0"/>
                </a:solidFill>
                <a:latin typeface="Arial"/>
                <a:ea typeface="Arial"/>
                <a:cs typeface="Arial"/>
              </a:defRPr>
            </a:lvl4pPr>
            <a:lvl5pPr algn="l">
              <a:defRPr sz="2175" b="0">
                <a:solidFill>
                  <a:srgbClr val="AAB9D0"/>
                </a:solidFill>
                <a:latin typeface="Arial"/>
                <a:ea typeface="Arial"/>
                <a:cs typeface="Arial"/>
              </a:defRPr>
            </a:lvl5pPr>
            <a:lvl6pPr algn="l">
              <a:defRPr sz="2175" b="0">
                <a:solidFill>
                  <a:srgbClr val="AAB9D0"/>
                </a:solidFill>
                <a:latin typeface="Arial"/>
                <a:ea typeface="Arial"/>
                <a:cs typeface="Arial"/>
              </a:defRPr>
            </a:lvl6pPr>
            <a:lvl7pPr algn="l">
              <a:defRPr sz="2175" b="0">
                <a:solidFill>
                  <a:srgbClr val="AAB9D0"/>
                </a:solidFill>
                <a:latin typeface="Arial"/>
                <a:ea typeface="Arial"/>
                <a:cs typeface="Arial"/>
              </a:defRPr>
            </a:lvl7pPr>
            <a:lvl8pPr algn="l">
              <a:defRPr sz="2175" b="0">
                <a:solidFill>
                  <a:srgbClr val="AAB9D0"/>
                </a:solidFill>
                <a:latin typeface="Arial"/>
                <a:ea typeface="Arial"/>
                <a:cs typeface="Arial"/>
              </a:defRPr>
            </a:lvl8pPr>
            <a:lvl9pPr algn="l">
              <a:defRPr sz="2175" b="0">
                <a:solidFill>
                  <a:srgbClr val="AAB9D0"/>
                </a:solidFill>
                <a:latin typeface="Arial"/>
                <a:ea typeface="Arial"/>
                <a:cs typeface="Arial"/>
              </a:defRPr>
            </a:lvl9pPr>
          </a:lstStyle>
          <a:p xmlns:a="http://schemas.openxmlformats.org/drawingml/2006/main">
            <a:pPr algn="l">
              <a:defRPr sz="2175" b="0">
                <a:solidFill>
                  <a:srgbClr val="AAB9D0"/>
                </a:solidFill>
                <a:latin typeface="Arial"/>
                <a:ea typeface="Arial"/>
                <a:cs typeface="Arial"/>
              </a:defRPr>
            </a:pPr>
            <a:r>
              <a:rPr sz="2175" b="0">
                <a:solidFill>
                  <a:srgbClr val="AAB9D0"/>
                </a:solidFill>
                <a:latin typeface="Arial"/>
                <a:ea typeface="Arial"/>
                <a:cs typeface="Arial"/>
              </a:rPr>
              <a:t>10 phones with color displays</a:t>
            </a:r>
          </a:p>
        </p:txBody>
      </p:sp>
    </p:spTree>
    <p:extLst>
      <p:ext uri="{BB962C8B-B14F-4D97-AF65-F5344CB8AC3E}">
        <p14:creationId xmlns:p14="http://schemas.microsoft.com/office/powerpoint/2010/main" val="596973241"/>
      </p:ext>
    </p:extLst>
  </p:cSld>
</p:sld>
</file>

<file path=ppt/slides/slide2.xml><?xml version="1.0" encoding="utf-8"?>
<p:sld xmlns:p="http://schemas.openxmlformats.org/presentationml/2006/main">
  <p:cSld>
    <p:bg>
      <p:bgPr>
        <a:solidFill xmlns:a="http://schemas.openxmlformats.org/drawingml/2006/main">
          <a:srgbClr val="101C34"/>
        </a:solidFill>
      </p:bgPr>
    </p:bg>
    <p:spTree>
      <p:nvGrpSpPr>
        <p:cNvPr id="1" name=""/>
        <p:cNvGrpSpPr/>
        <p:nvPr/>
      </p:nvGrpSpPr>
      <p:grpSpPr>
        <a:xfrm xmlns:a="http://schemas.openxmlformats.org/drawingml/2006/main"/>
      </p:grpSpPr>
      <p:sp>
        <p:nvSpPr>
          <p:cNvPr id="9" name="Our lot: 10 Cisco 7945G phones">
            <a:extLst xmlns:a="http://schemas.openxmlformats.org/drawingml/2006/main">
              <a:ext uri="{FF2B5EF4-FFF2-40B4-BE49-F238E27FC236}">
                <a16:creationId xmlns:a16="http://schemas.microsoft.com/office/drawing/2014/main" id="{FC4BA84F-35D3-4CCF-A6F3-4BB3BB6D1FBC}"/>
              </a:ext>
            </a:extLst>
          </p:cNvPr>
          <p:cNvSpPr>
            <a:spLocks xmlns:a="http://schemas.openxmlformats.org/drawingml/2006/main" noGrp="1"/>
          </p:cNvSpPr>
          <p:nvPr/>
        </p:nvSpPr>
        <p:spPr>
          <a:xfrm xmlns:a="http://schemas.openxmlformats.org/drawingml/2006/main">
            <a:off x="571500" y="41910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75" b="1">
                <a:solidFill>
                  <a:srgbClr val="F5F7FB"/>
                </a:solidFill>
                <a:latin typeface="Arial"/>
                <a:ea typeface="Arial"/>
                <a:cs typeface="Arial"/>
              </a:defRPr>
            </a:defPPr>
            <a:lvl1pPr algn="l">
              <a:defRPr sz="3375" b="1">
                <a:solidFill>
                  <a:srgbClr val="F5F7FB"/>
                </a:solidFill>
                <a:latin typeface="Arial"/>
                <a:ea typeface="Arial"/>
                <a:cs typeface="Arial"/>
              </a:defRPr>
            </a:lvl1pPr>
            <a:lvl2pPr algn="l">
              <a:defRPr sz="3375" b="1">
                <a:solidFill>
                  <a:srgbClr val="F5F7FB"/>
                </a:solidFill>
                <a:latin typeface="Arial"/>
                <a:ea typeface="Arial"/>
                <a:cs typeface="Arial"/>
              </a:defRPr>
            </a:lvl2pPr>
            <a:lvl3pPr algn="l">
              <a:defRPr sz="3375" b="1">
                <a:solidFill>
                  <a:srgbClr val="F5F7FB"/>
                </a:solidFill>
                <a:latin typeface="Arial"/>
                <a:ea typeface="Arial"/>
                <a:cs typeface="Arial"/>
              </a:defRPr>
            </a:lvl3pPr>
            <a:lvl4pPr algn="l">
              <a:defRPr sz="3375" b="1">
                <a:solidFill>
                  <a:srgbClr val="F5F7FB"/>
                </a:solidFill>
                <a:latin typeface="Arial"/>
                <a:ea typeface="Arial"/>
                <a:cs typeface="Arial"/>
              </a:defRPr>
            </a:lvl4pPr>
            <a:lvl5pPr algn="l">
              <a:defRPr sz="3375" b="1">
                <a:solidFill>
                  <a:srgbClr val="F5F7FB"/>
                </a:solidFill>
                <a:latin typeface="Arial"/>
                <a:ea typeface="Arial"/>
                <a:cs typeface="Arial"/>
              </a:defRPr>
            </a:lvl5pPr>
            <a:lvl6pPr algn="l">
              <a:defRPr sz="3375" b="1">
                <a:solidFill>
                  <a:srgbClr val="F5F7FB"/>
                </a:solidFill>
                <a:latin typeface="Arial"/>
                <a:ea typeface="Arial"/>
                <a:cs typeface="Arial"/>
              </a:defRPr>
            </a:lvl6pPr>
            <a:lvl7pPr algn="l">
              <a:defRPr sz="3375" b="1">
                <a:solidFill>
                  <a:srgbClr val="F5F7FB"/>
                </a:solidFill>
                <a:latin typeface="Arial"/>
                <a:ea typeface="Arial"/>
                <a:cs typeface="Arial"/>
              </a:defRPr>
            </a:lvl7pPr>
            <a:lvl8pPr algn="l">
              <a:defRPr sz="3375" b="1">
                <a:solidFill>
                  <a:srgbClr val="F5F7FB"/>
                </a:solidFill>
                <a:latin typeface="Arial"/>
                <a:ea typeface="Arial"/>
                <a:cs typeface="Arial"/>
              </a:defRPr>
            </a:lvl8pPr>
            <a:lvl9pPr algn="l">
              <a:defRPr sz="3375" b="1">
                <a:solidFill>
                  <a:srgbClr val="F5F7FB"/>
                </a:solidFill>
                <a:latin typeface="Arial"/>
                <a:ea typeface="Arial"/>
                <a:cs typeface="Arial"/>
              </a:defRPr>
            </a:lvl9pPr>
          </a:lstStyle>
          <a:p xmlns:a="http://schemas.openxmlformats.org/drawingml/2006/main">
            <a:pPr algn="l">
              <a:defRPr sz="3375" b="1">
                <a:solidFill>
                  <a:srgbClr val="F5F7FB"/>
                </a:solidFill>
                <a:latin typeface="Arial"/>
                <a:ea typeface="Arial"/>
                <a:cs typeface="Arial"/>
              </a:defRPr>
            </a:pPr>
            <a:r>
              <a:rPr sz="3375" b="1">
                <a:solidFill>
                  <a:srgbClr val="F5F7FB"/>
                </a:solidFill>
                <a:latin typeface="Arial"/>
                <a:ea typeface="Arial"/>
                <a:cs typeface="Arial"/>
              </a:rPr>
              <a:t>Our lot: 10 Cisco 7945G phones</a:t>
            </a:r>
          </a:p>
        </p:txBody>
      </p:sp>
      <p:sp>
        <p:nvSpPr>
          <p:cNvPr id="2" name="02">
            <a:extLst xmlns:a="http://schemas.openxmlformats.org/drawingml/2006/main">
              <a:ext uri="{FF2B5EF4-FFF2-40B4-BE49-F238E27FC236}">
                <a16:creationId xmlns:a16="http://schemas.microsoft.com/office/drawing/2014/main" id="{22B4EBC5-3AA0-46AD-9100-F0F091613A8D}"/>
              </a:ext>
            </a:extLst>
          </p:cNvPr>
          <p:cNvSpPr>
            <a:spLocks xmlns:a="http://schemas.openxmlformats.org/drawingml/2006/main" noGrp="1"/>
          </p:cNvSpPr>
          <p:nvPr/>
        </p:nvSpPr>
        <p:spPr>
          <a:xfrm xmlns:a="http://schemas.openxmlformats.org/drawingml/2006/main">
            <a:off x="11049000" y="63627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AAB9D0"/>
                </a:solidFill>
                <a:latin typeface="Arial"/>
                <a:ea typeface="Arial"/>
                <a:cs typeface="Arial"/>
              </a:defRPr>
            </a:defPPr>
            <a:lvl1pPr algn="r">
              <a:defRPr sz="1275" b="0">
                <a:solidFill>
                  <a:srgbClr val="AAB9D0"/>
                </a:solidFill>
                <a:latin typeface="Arial"/>
                <a:ea typeface="Arial"/>
                <a:cs typeface="Arial"/>
              </a:defRPr>
            </a:lvl1pPr>
            <a:lvl2pPr algn="r">
              <a:defRPr sz="1275" b="0">
                <a:solidFill>
                  <a:srgbClr val="AAB9D0"/>
                </a:solidFill>
                <a:latin typeface="Arial"/>
                <a:ea typeface="Arial"/>
                <a:cs typeface="Arial"/>
              </a:defRPr>
            </a:lvl2pPr>
            <a:lvl3pPr algn="r">
              <a:defRPr sz="1275" b="0">
                <a:solidFill>
                  <a:srgbClr val="AAB9D0"/>
                </a:solidFill>
                <a:latin typeface="Arial"/>
                <a:ea typeface="Arial"/>
                <a:cs typeface="Arial"/>
              </a:defRPr>
            </a:lvl3pPr>
            <a:lvl4pPr algn="r">
              <a:defRPr sz="1275" b="0">
                <a:solidFill>
                  <a:srgbClr val="AAB9D0"/>
                </a:solidFill>
                <a:latin typeface="Arial"/>
                <a:ea typeface="Arial"/>
                <a:cs typeface="Arial"/>
              </a:defRPr>
            </a:lvl4pPr>
            <a:lvl5pPr algn="r">
              <a:defRPr sz="1275" b="0">
                <a:solidFill>
                  <a:srgbClr val="AAB9D0"/>
                </a:solidFill>
                <a:latin typeface="Arial"/>
                <a:ea typeface="Arial"/>
                <a:cs typeface="Arial"/>
              </a:defRPr>
            </a:lvl5pPr>
            <a:lvl6pPr algn="r">
              <a:defRPr sz="1275" b="0">
                <a:solidFill>
                  <a:srgbClr val="AAB9D0"/>
                </a:solidFill>
                <a:latin typeface="Arial"/>
                <a:ea typeface="Arial"/>
                <a:cs typeface="Arial"/>
              </a:defRPr>
            </a:lvl6pPr>
            <a:lvl7pPr algn="r">
              <a:defRPr sz="1275" b="0">
                <a:solidFill>
                  <a:srgbClr val="AAB9D0"/>
                </a:solidFill>
                <a:latin typeface="Arial"/>
                <a:ea typeface="Arial"/>
                <a:cs typeface="Arial"/>
              </a:defRPr>
            </a:lvl7pPr>
            <a:lvl8pPr algn="r">
              <a:defRPr sz="1275" b="0">
                <a:solidFill>
                  <a:srgbClr val="AAB9D0"/>
                </a:solidFill>
                <a:latin typeface="Arial"/>
                <a:ea typeface="Arial"/>
                <a:cs typeface="Arial"/>
              </a:defRPr>
            </a:lvl8pPr>
            <a:lvl9pPr algn="r">
              <a:defRPr sz="1275" b="0">
                <a:solidFill>
                  <a:srgbClr val="AAB9D0"/>
                </a:solidFill>
                <a:latin typeface="Arial"/>
                <a:ea typeface="Arial"/>
                <a:cs typeface="Arial"/>
              </a:defRPr>
            </a:lvl9pPr>
          </a:lstStyle>
          <a:p xmlns:a="http://schemas.openxmlformats.org/drawingml/2006/main">
            <a:pPr algn="r">
              <a:defRPr sz="1275" b="0">
                <a:solidFill>
                  <a:srgbClr val="AAB9D0"/>
                </a:solidFill>
                <a:latin typeface="Arial"/>
                <a:ea typeface="Arial"/>
                <a:cs typeface="Arial"/>
              </a:defRPr>
            </a:pPr>
            <a:r>
              <a:rPr sz="1275" b="0">
                <a:solidFill>
                  <a:srgbClr val="AAB9D0"/>
                </a:solidFill>
                <a:latin typeface="Arial"/>
                <a:ea typeface="Arial"/>
                <a:cs typeface="Arial"/>
              </a:rPr>
              <a:t>02</a:t>
            </a:r>
          </a:p>
        </p:txBody>
      </p:sp>
      <p:sp>
        <p:nvSpPr>
          <p:cNvPr id="3" name="10">
            <a:extLst xmlns:a="http://schemas.openxmlformats.org/drawingml/2006/main">
              <a:ext uri="{FF2B5EF4-FFF2-40B4-BE49-F238E27FC236}">
                <a16:creationId xmlns:a16="http://schemas.microsoft.com/office/drawing/2014/main" id="{88679959-48C7-46C1-8A24-3FA4DBE4A791}"/>
              </a:ext>
            </a:extLst>
          </p:cNvPr>
          <p:cNvSpPr>
            <a:spLocks xmlns:a="http://schemas.openxmlformats.org/drawingml/2006/main" noGrp="1"/>
          </p:cNvSpPr>
          <p:nvPr/>
        </p:nvSpPr>
        <p:spPr>
          <a:xfrm xmlns:a="http://schemas.openxmlformats.org/drawingml/2006/main">
            <a:off x="619125" y="1762125"/>
            <a:ext cx="2381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0" b="1">
                <a:solidFill>
                  <a:srgbClr val="48DDCC"/>
                </a:solidFill>
                <a:latin typeface="Arial"/>
                <a:ea typeface="Arial"/>
                <a:cs typeface="Arial"/>
              </a:defRPr>
            </a:defPPr>
            <a:lvl1pPr algn="l">
              <a:defRPr sz="9900" b="1">
                <a:solidFill>
                  <a:srgbClr val="48DDCC"/>
                </a:solidFill>
                <a:latin typeface="Arial"/>
                <a:ea typeface="Arial"/>
                <a:cs typeface="Arial"/>
              </a:defRPr>
            </a:lvl1pPr>
            <a:lvl2pPr algn="l">
              <a:defRPr sz="9900" b="1">
                <a:solidFill>
                  <a:srgbClr val="48DDCC"/>
                </a:solidFill>
                <a:latin typeface="Arial"/>
                <a:ea typeface="Arial"/>
                <a:cs typeface="Arial"/>
              </a:defRPr>
            </a:lvl2pPr>
            <a:lvl3pPr algn="l">
              <a:defRPr sz="9900" b="1">
                <a:solidFill>
                  <a:srgbClr val="48DDCC"/>
                </a:solidFill>
                <a:latin typeface="Arial"/>
                <a:ea typeface="Arial"/>
                <a:cs typeface="Arial"/>
              </a:defRPr>
            </a:lvl3pPr>
            <a:lvl4pPr algn="l">
              <a:defRPr sz="9900" b="1">
                <a:solidFill>
                  <a:srgbClr val="48DDCC"/>
                </a:solidFill>
                <a:latin typeface="Arial"/>
                <a:ea typeface="Arial"/>
                <a:cs typeface="Arial"/>
              </a:defRPr>
            </a:lvl4pPr>
            <a:lvl5pPr algn="l">
              <a:defRPr sz="9900" b="1">
                <a:solidFill>
                  <a:srgbClr val="48DDCC"/>
                </a:solidFill>
                <a:latin typeface="Arial"/>
                <a:ea typeface="Arial"/>
                <a:cs typeface="Arial"/>
              </a:defRPr>
            </a:lvl5pPr>
            <a:lvl6pPr algn="l">
              <a:defRPr sz="9900" b="1">
                <a:solidFill>
                  <a:srgbClr val="48DDCC"/>
                </a:solidFill>
                <a:latin typeface="Arial"/>
                <a:ea typeface="Arial"/>
                <a:cs typeface="Arial"/>
              </a:defRPr>
            </a:lvl6pPr>
            <a:lvl7pPr algn="l">
              <a:defRPr sz="9900" b="1">
                <a:solidFill>
                  <a:srgbClr val="48DDCC"/>
                </a:solidFill>
                <a:latin typeface="Arial"/>
                <a:ea typeface="Arial"/>
                <a:cs typeface="Arial"/>
              </a:defRPr>
            </a:lvl7pPr>
            <a:lvl8pPr algn="l">
              <a:defRPr sz="9900" b="1">
                <a:solidFill>
                  <a:srgbClr val="48DDCC"/>
                </a:solidFill>
                <a:latin typeface="Arial"/>
                <a:ea typeface="Arial"/>
                <a:cs typeface="Arial"/>
              </a:defRPr>
            </a:lvl8pPr>
            <a:lvl9pPr algn="l">
              <a:defRPr sz="9900" b="1">
                <a:solidFill>
                  <a:srgbClr val="48DDCC"/>
                </a:solidFill>
                <a:latin typeface="Arial"/>
                <a:ea typeface="Arial"/>
                <a:cs typeface="Arial"/>
              </a:defRPr>
            </a:lvl9pPr>
          </a:lstStyle>
          <a:p xmlns:a="http://schemas.openxmlformats.org/drawingml/2006/main">
            <a:pPr algn="l">
              <a:defRPr sz="9900" b="1">
                <a:solidFill>
                  <a:srgbClr val="48DDCC"/>
                </a:solidFill>
                <a:latin typeface="Arial"/>
                <a:ea typeface="Arial"/>
                <a:cs typeface="Arial"/>
              </a:defRPr>
            </a:pPr>
            <a:r>
              <a:rPr sz="9900" b="1">
                <a:solidFill>
                  <a:srgbClr val="48DDCC"/>
                </a:solidFill>
                <a:latin typeface="Arial"/>
                <a:ea typeface="Arial"/>
                <a:cs typeface="Arial"/>
              </a:rPr>
              <a:t>10</a:t>
            </a:r>
          </a:p>
        </p:txBody>
      </p:sp>
      <p:sp>
        <p:nvSpPr>
          <p:cNvPr id="4" name="phones">
            <a:extLst xmlns:a="http://schemas.openxmlformats.org/drawingml/2006/main">
              <a:ext uri="{FF2B5EF4-FFF2-40B4-BE49-F238E27FC236}">
                <a16:creationId xmlns:a16="http://schemas.microsoft.com/office/drawing/2014/main" id="{8F0188AD-755B-4CAC-8A87-90C95744D732}"/>
              </a:ext>
            </a:extLst>
          </p:cNvPr>
          <p:cNvSpPr>
            <a:spLocks xmlns:a="http://schemas.openxmlformats.org/drawingml/2006/main" noGrp="1"/>
          </p:cNvSpPr>
          <p:nvPr/>
        </p:nvSpPr>
        <p:spPr>
          <a:xfrm xmlns:a="http://schemas.openxmlformats.org/drawingml/2006/main">
            <a:off x="666750" y="3619500"/>
            <a:ext cx="238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AAB9D0"/>
                </a:solidFill>
                <a:latin typeface="Arial"/>
                <a:ea typeface="Arial"/>
                <a:cs typeface="Arial"/>
              </a:defRPr>
            </a:defPPr>
            <a:lvl1pPr algn="l">
              <a:defRPr sz="2100" b="0">
                <a:solidFill>
                  <a:srgbClr val="AAB9D0"/>
                </a:solidFill>
                <a:latin typeface="Arial"/>
                <a:ea typeface="Arial"/>
                <a:cs typeface="Arial"/>
              </a:defRPr>
            </a:lvl1pPr>
            <a:lvl2pPr algn="l">
              <a:defRPr sz="2100" b="0">
                <a:solidFill>
                  <a:srgbClr val="AAB9D0"/>
                </a:solidFill>
                <a:latin typeface="Arial"/>
                <a:ea typeface="Arial"/>
                <a:cs typeface="Arial"/>
              </a:defRPr>
            </a:lvl2pPr>
            <a:lvl3pPr algn="l">
              <a:defRPr sz="2100" b="0">
                <a:solidFill>
                  <a:srgbClr val="AAB9D0"/>
                </a:solidFill>
                <a:latin typeface="Arial"/>
                <a:ea typeface="Arial"/>
                <a:cs typeface="Arial"/>
              </a:defRPr>
            </a:lvl3pPr>
            <a:lvl4pPr algn="l">
              <a:defRPr sz="2100" b="0">
                <a:solidFill>
                  <a:srgbClr val="AAB9D0"/>
                </a:solidFill>
                <a:latin typeface="Arial"/>
                <a:ea typeface="Arial"/>
                <a:cs typeface="Arial"/>
              </a:defRPr>
            </a:lvl4pPr>
            <a:lvl5pPr algn="l">
              <a:defRPr sz="2100" b="0">
                <a:solidFill>
                  <a:srgbClr val="AAB9D0"/>
                </a:solidFill>
                <a:latin typeface="Arial"/>
                <a:ea typeface="Arial"/>
                <a:cs typeface="Arial"/>
              </a:defRPr>
            </a:lvl5pPr>
            <a:lvl6pPr algn="l">
              <a:defRPr sz="2100" b="0">
                <a:solidFill>
                  <a:srgbClr val="AAB9D0"/>
                </a:solidFill>
                <a:latin typeface="Arial"/>
                <a:ea typeface="Arial"/>
                <a:cs typeface="Arial"/>
              </a:defRPr>
            </a:lvl6pPr>
            <a:lvl7pPr algn="l">
              <a:defRPr sz="2100" b="0">
                <a:solidFill>
                  <a:srgbClr val="AAB9D0"/>
                </a:solidFill>
                <a:latin typeface="Arial"/>
                <a:ea typeface="Arial"/>
                <a:cs typeface="Arial"/>
              </a:defRPr>
            </a:lvl7pPr>
            <a:lvl8pPr algn="l">
              <a:defRPr sz="2100" b="0">
                <a:solidFill>
                  <a:srgbClr val="AAB9D0"/>
                </a:solidFill>
                <a:latin typeface="Arial"/>
                <a:ea typeface="Arial"/>
                <a:cs typeface="Arial"/>
              </a:defRPr>
            </a:lvl8pPr>
            <a:lvl9pPr algn="l">
              <a:defRPr sz="2100" b="0">
                <a:solidFill>
                  <a:srgbClr val="AAB9D0"/>
                </a:solidFill>
                <a:latin typeface="Arial"/>
                <a:ea typeface="Arial"/>
                <a:cs typeface="Arial"/>
              </a:defRPr>
            </a:lvl9pPr>
          </a:lstStyle>
          <a:p xmlns:a="http://schemas.openxmlformats.org/drawingml/2006/main">
            <a:pPr algn="l">
              <a:defRPr sz="2100" b="0">
                <a:solidFill>
                  <a:srgbClr val="AAB9D0"/>
                </a:solidFill>
                <a:latin typeface="Arial"/>
                <a:ea typeface="Arial"/>
                <a:cs typeface="Arial"/>
              </a:defRPr>
            </a:pPr>
            <a:r>
              <a:rPr sz="2100" b="0">
                <a:solidFill>
                  <a:srgbClr val="AAB9D0"/>
                </a:solidFill>
                <a:latin typeface="Arial"/>
                <a:ea typeface="Arial"/>
                <a:cs typeface="Arial"/>
              </a:rPr>
              <a:t>phones</a:t>
            </a:r>
          </a:p>
        </p:txBody>
      </p:sp>
      <p:sp>
        <p:nvSpPr>
          <p:cNvPr id="5" name="7945_7965 SIP firmware family">
            <a:extLst xmlns:a="http://schemas.openxmlformats.org/drawingml/2006/main">
              <a:ext uri="{FF2B5EF4-FFF2-40B4-BE49-F238E27FC236}">
                <a16:creationId xmlns:a16="http://schemas.microsoft.com/office/drawing/2014/main" id="{235F766D-E463-4AF5-A475-26991B5B86AB}"/>
              </a:ext>
            </a:extLst>
          </p:cNvPr>
          <p:cNvSpPr>
            <a:spLocks xmlns:a="http://schemas.openxmlformats.org/drawingml/2006/main" noGrp="1"/>
          </p:cNvSpPr>
          <p:nvPr/>
        </p:nvSpPr>
        <p:spPr>
          <a:xfrm xmlns:a="http://schemas.openxmlformats.org/drawingml/2006/main">
            <a:off x="3667125" y="1714500"/>
            <a:ext cx="7715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F5F7FB"/>
                </a:solidFill>
                <a:latin typeface="Arial"/>
                <a:ea typeface="Arial"/>
                <a:cs typeface="Arial"/>
              </a:defRPr>
            </a:defPPr>
            <a:lvl1pPr algn="l">
              <a:defRPr sz="2475" b="1">
                <a:solidFill>
                  <a:srgbClr val="F5F7FB"/>
                </a:solidFill>
                <a:latin typeface="Arial"/>
                <a:ea typeface="Arial"/>
                <a:cs typeface="Arial"/>
              </a:defRPr>
            </a:lvl1pPr>
            <a:lvl2pPr algn="l">
              <a:defRPr sz="2475" b="1">
                <a:solidFill>
                  <a:srgbClr val="F5F7FB"/>
                </a:solidFill>
                <a:latin typeface="Arial"/>
                <a:ea typeface="Arial"/>
                <a:cs typeface="Arial"/>
              </a:defRPr>
            </a:lvl2pPr>
            <a:lvl3pPr algn="l">
              <a:defRPr sz="2475" b="1">
                <a:solidFill>
                  <a:srgbClr val="F5F7FB"/>
                </a:solidFill>
                <a:latin typeface="Arial"/>
                <a:ea typeface="Arial"/>
                <a:cs typeface="Arial"/>
              </a:defRPr>
            </a:lvl3pPr>
            <a:lvl4pPr algn="l">
              <a:defRPr sz="2475" b="1">
                <a:solidFill>
                  <a:srgbClr val="F5F7FB"/>
                </a:solidFill>
                <a:latin typeface="Arial"/>
                <a:ea typeface="Arial"/>
                <a:cs typeface="Arial"/>
              </a:defRPr>
            </a:lvl4pPr>
            <a:lvl5pPr algn="l">
              <a:defRPr sz="2475" b="1">
                <a:solidFill>
                  <a:srgbClr val="F5F7FB"/>
                </a:solidFill>
                <a:latin typeface="Arial"/>
                <a:ea typeface="Arial"/>
                <a:cs typeface="Arial"/>
              </a:defRPr>
            </a:lvl5pPr>
            <a:lvl6pPr algn="l">
              <a:defRPr sz="2475" b="1">
                <a:solidFill>
                  <a:srgbClr val="F5F7FB"/>
                </a:solidFill>
                <a:latin typeface="Arial"/>
                <a:ea typeface="Arial"/>
                <a:cs typeface="Arial"/>
              </a:defRPr>
            </a:lvl6pPr>
            <a:lvl7pPr algn="l">
              <a:defRPr sz="2475" b="1">
                <a:solidFill>
                  <a:srgbClr val="F5F7FB"/>
                </a:solidFill>
                <a:latin typeface="Arial"/>
                <a:ea typeface="Arial"/>
                <a:cs typeface="Arial"/>
              </a:defRPr>
            </a:lvl7pPr>
            <a:lvl8pPr algn="l">
              <a:defRPr sz="2475" b="1">
                <a:solidFill>
                  <a:srgbClr val="F5F7FB"/>
                </a:solidFill>
                <a:latin typeface="Arial"/>
                <a:ea typeface="Arial"/>
                <a:cs typeface="Arial"/>
              </a:defRPr>
            </a:lvl8pPr>
            <a:lvl9pPr algn="l">
              <a:defRPr sz="2475" b="1">
                <a:solidFill>
                  <a:srgbClr val="F5F7FB"/>
                </a:solidFill>
                <a:latin typeface="Arial"/>
                <a:ea typeface="Arial"/>
                <a:cs typeface="Arial"/>
              </a:defRPr>
            </a:lvl9pPr>
          </a:lstStyle>
          <a:p xmlns:a="http://schemas.openxmlformats.org/drawingml/2006/main">
            <a:pPr algn="l">
              <a:defRPr sz="2475" b="1">
                <a:solidFill>
                  <a:srgbClr val="F5F7FB"/>
                </a:solidFill>
                <a:latin typeface="Arial"/>
                <a:ea typeface="Arial"/>
                <a:cs typeface="Arial"/>
              </a:defRPr>
            </a:pPr>
            <a:r>
              <a:rPr sz="2475" b="1">
                <a:solidFill>
                  <a:srgbClr val="F5F7FB"/>
                </a:solidFill>
                <a:latin typeface="Arial"/>
                <a:ea typeface="Arial"/>
                <a:cs typeface="Arial"/>
              </a:rPr>
              <a:t>7945_7965 SIP firmware family</a:t>
            </a:r>
          </a:p>
        </p:txBody>
      </p:sp>
      <p:sp>
        <p:nvSpPr>
          <p:cNvPr id="6" name="A phone running SCCP needs SIP firmware.&#10;This model does not need">
            <a:extLst xmlns:a="http://schemas.openxmlformats.org/drawingml/2006/main">
              <a:ext uri="{FF2B5EF4-FFF2-40B4-BE49-F238E27FC236}">
                <a16:creationId xmlns:a16="http://schemas.microsoft.com/office/drawing/2014/main" id="{4163FBA3-25E4-417D-A777-9CA67A3AA57A}"/>
              </a:ext>
            </a:extLst>
          </p:cNvPr>
          <p:cNvSpPr>
            <a:spLocks xmlns:a="http://schemas.openxmlformats.org/drawingml/2006/main" noGrp="1"/>
          </p:cNvSpPr>
          <p:nvPr/>
        </p:nvSpPr>
        <p:spPr>
          <a:xfrm xmlns:a="http://schemas.openxmlformats.org/drawingml/2006/main">
            <a:off x="3667125" y="2762250"/>
            <a:ext cx="76676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AAB9D0"/>
                </a:solidFill>
                <a:latin typeface="Arial"/>
                <a:ea typeface="Arial"/>
                <a:cs typeface="Arial"/>
              </a:defRPr>
            </a:defPPr>
            <a:lvl1pPr algn="l">
              <a:defRPr sz="2025" b="0">
                <a:solidFill>
                  <a:srgbClr val="AAB9D0"/>
                </a:solidFill>
                <a:latin typeface="Arial"/>
                <a:ea typeface="Arial"/>
                <a:cs typeface="Arial"/>
              </a:defRPr>
            </a:lvl1pPr>
            <a:lvl2pPr algn="l">
              <a:defRPr sz="2025" b="0">
                <a:solidFill>
                  <a:srgbClr val="AAB9D0"/>
                </a:solidFill>
                <a:latin typeface="Arial"/>
                <a:ea typeface="Arial"/>
                <a:cs typeface="Arial"/>
              </a:defRPr>
            </a:lvl2pPr>
            <a:lvl3pPr algn="l">
              <a:defRPr sz="2025" b="0">
                <a:solidFill>
                  <a:srgbClr val="AAB9D0"/>
                </a:solidFill>
                <a:latin typeface="Arial"/>
                <a:ea typeface="Arial"/>
                <a:cs typeface="Arial"/>
              </a:defRPr>
            </a:lvl3pPr>
            <a:lvl4pPr algn="l">
              <a:defRPr sz="2025" b="0">
                <a:solidFill>
                  <a:srgbClr val="AAB9D0"/>
                </a:solidFill>
                <a:latin typeface="Arial"/>
                <a:ea typeface="Arial"/>
                <a:cs typeface="Arial"/>
              </a:defRPr>
            </a:lvl4pPr>
            <a:lvl5pPr algn="l">
              <a:defRPr sz="2025" b="0">
                <a:solidFill>
                  <a:srgbClr val="AAB9D0"/>
                </a:solidFill>
                <a:latin typeface="Arial"/>
                <a:ea typeface="Arial"/>
                <a:cs typeface="Arial"/>
              </a:defRPr>
            </a:lvl5pPr>
            <a:lvl6pPr algn="l">
              <a:defRPr sz="2025" b="0">
                <a:solidFill>
                  <a:srgbClr val="AAB9D0"/>
                </a:solidFill>
                <a:latin typeface="Arial"/>
                <a:ea typeface="Arial"/>
                <a:cs typeface="Arial"/>
              </a:defRPr>
            </a:lvl6pPr>
            <a:lvl7pPr algn="l">
              <a:defRPr sz="2025" b="0">
                <a:solidFill>
                  <a:srgbClr val="AAB9D0"/>
                </a:solidFill>
                <a:latin typeface="Arial"/>
                <a:ea typeface="Arial"/>
                <a:cs typeface="Arial"/>
              </a:defRPr>
            </a:lvl7pPr>
            <a:lvl8pPr algn="l">
              <a:defRPr sz="2025" b="0">
                <a:solidFill>
                  <a:srgbClr val="AAB9D0"/>
                </a:solidFill>
                <a:latin typeface="Arial"/>
                <a:ea typeface="Arial"/>
                <a:cs typeface="Arial"/>
              </a:defRPr>
            </a:lvl8pPr>
            <a:lvl9pPr algn="l">
              <a:defRPr sz="2025" b="0">
                <a:solidFill>
                  <a:srgbClr val="AAB9D0"/>
                </a:solidFill>
                <a:latin typeface="Arial"/>
                <a:ea typeface="Arial"/>
                <a:cs typeface="Arial"/>
              </a:defRPr>
            </a:lvl9pPr>
          </a:lstStyle>
          <a:p xmlns:a="http://schemas.openxmlformats.org/drawingml/2006/main">
            <a:pPr algn="l">
              <a:defRPr sz="2025" b="0">
                <a:solidFill>
                  <a:srgbClr val="AAB9D0"/>
                </a:solidFill>
                <a:latin typeface="Arial"/>
                <a:ea typeface="Arial"/>
                <a:cs typeface="Arial"/>
              </a:defRPr>
            </a:pPr>
            <a:r>
              <a:rPr sz="2025" b="0">
                <a:solidFill>
                  <a:srgbClr val="AAB9D0"/>
                </a:solidFill>
                <a:latin typeface="Arial"/>
                <a:ea typeface="Arial"/>
                <a:cs typeface="Arial"/>
              </a:rPr>
              <a:t>A phone running SCCP needs SIP firmware.</a:t>
            </a:r>
          </a:p>
          <a:p xmlns:a="http://schemas.openxmlformats.org/drawingml/2006/main">
            <a:pPr algn="l">
              <a:defRPr sz="2025" b="0">
                <a:solidFill>
                  <a:srgbClr val="AAB9D0"/>
                </a:solidFill>
                <a:latin typeface="Arial"/>
                <a:ea typeface="Arial"/>
                <a:cs typeface="Arial"/>
              </a:defRPr>
            </a:pPr>
            <a:r>
              <a:rPr sz="2025" b="0">
                <a:solidFill>
                  <a:srgbClr val="AAB9D0"/>
                </a:solidFill>
                <a:latin typeface="Arial"/>
                <a:ea typeface="Arial"/>
                <a:cs typeface="Arial"/>
              </a:rPr>
              <a:t>This model does not need MPP conversion.</a:t>
            </a:r>
          </a:p>
        </p:txBody>
      </p:sp>
      <p:sp>
        <p:nvSpPr>
          <p:cNvPr id="7" name="Before starting">
            <a:extLst xmlns:a="http://schemas.openxmlformats.org/drawingml/2006/main">
              <a:ext uri="{FF2B5EF4-FFF2-40B4-BE49-F238E27FC236}">
                <a16:creationId xmlns:a16="http://schemas.microsoft.com/office/drawing/2014/main" id="{DACD2F4E-69CF-414D-809D-8AA640882F21}"/>
              </a:ext>
            </a:extLst>
          </p:cNvPr>
          <p:cNvSpPr>
            <a:spLocks xmlns:a="http://schemas.openxmlformats.org/drawingml/2006/main" noGrp="1"/>
          </p:cNvSpPr>
          <p:nvPr/>
        </p:nvSpPr>
        <p:spPr>
          <a:xfrm xmlns:a="http://schemas.openxmlformats.org/drawingml/2006/main">
            <a:off x="3667125" y="4429125"/>
            <a:ext cx="7524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7CB64"/>
                </a:solidFill>
                <a:latin typeface="Arial"/>
                <a:ea typeface="Arial"/>
                <a:cs typeface="Arial"/>
              </a:defRPr>
            </a:defPPr>
            <a:lvl1pPr algn="l">
              <a:defRPr sz="2100" b="1">
                <a:solidFill>
                  <a:srgbClr val="F7CB64"/>
                </a:solidFill>
                <a:latin typeface="Arial"/>
                <a:ea typeface="Arial"/>
                <a:cs typeface="Arial"/>
              </a:defRPr>
            </a:lvl1pPr>
            <a:lvl2pPr algn="l">
              <a:defRPr sz="2100" b="1">
                <a:solidFill>
                  <a:srgbClr val="F7CB64"/>
                </a:solidFill>
                <a:latin typeface="Arial"/>
                <a:ea typeface="Arial"/>
                <a:cs typeface="Arial"/>
              </a:defRPr>
            </a:lvl2pPr>
            <a:lvl3pPr algn="l">
              <a:defRPr sz="2100" b="1">
                <a:solidFill>
                  <a:srgbClr val="F7CB64"/>
                </a:solidFill>
                <a:latin typeface="Arial"/>
                <a:ea typeface="Arial"/>
                <a:cs typeface="Arial"/>
              </a:defRPr>
            </a:lvl3pPr>
            <a:lvl4pPr algn="l">
              <a:defRPr sz="2100" b="1">
                <a:solidFill>
                  <a:srgbClr val="F7CB64"/>
                </a:solidFill>
                <a:latin typeface="Arial"/>
                <a:ea typeface="Arial"/>
                <a:cs typeface="Arial"/>
              </a:defRPr>
            </a:lvl4pPr>
            <a:lvl5pPr algn="l">
              <a:defRPr sz="2100" b="1">
                <a:solidFill>
                  <a:srgbClr val="F7CB64"/>
                </a:solidFill>
                <a:latin typeface="Arial"/>
                <a:ea typeface="Arial"/>
                <a:cs typeface="Arial"/>
              </a:defRPr>
            </a:lvl5pPr>
            <a:lvl6pPr algn="l">
              <a:defRPr sz="2100" b="1">
                <a:solidFill>
                  <a:srgbClr val="F7CB64"/>
                </a:solidFill>
                <a:latin typeface="Arial"/>
                <a:ea typeface="Arial"/>
                <a:cs typeface="Arial"/>
              </a:defRPr>
            </a:lvl6pPr>
            <a:lvl7pPr algn="l">
              <a:defRPr sz="2100" b="1">
                <a:solidFill>
                  <a:srgbClr val="F7CB64"/>
                </a:solidFill>
                <a:latin typeface="Arial"/>
                <a:ea typeface="Arial"/>
                <a:cs typeface="Arial"/>
              </a:defRPr>
            </a:lvl7pPr>
            <a:lvl8pPr algn="l">
              <a:defRPr sz="2100" b="1">
                <a:solidFill>
                  <a:srgbClr val="F7CB64"/>
                </a:solidFill>
                <a:latin typeface="Arial"/>
                <a:ea typeface="Arial"/>
                <a:cs typeface="Arial"/>
              </a:defRPr>
            </a:lvl8pPr>
            <a:lvl9pPr algn="l">
              <a:defRPr sz="2100" b="1">
                <a:solidFill>
                  <a:srgbClr val="F7CB64"/>
                </a:solidFill>
                <a:latin typeface="Arial"/>
                <a:ea typeface="Arial"/>
                <a:cs typeface="Arial"/>
              </a:defRPr>
            </a:lvl9pPr>
          </a:lstStyle>
          <a:p xmlns:a="http://schemas.openxmlformats.org/drawingml/2006/main">
            <a:pPr algn="l">
              <a:defRPr sz="2100" b="1">
                <a:solidFill>
                  <a:srgbClr val="F7CB64"/>
                </a:solidFill>
                <a:latin typeface="Arial"/>
                <a:ea typeface="Arial"/>
                <a:cs typeface="Arial"/>
              </a:defRPr>
            </a:pPr>
            <a:r>
              <a:rPr sz="2100" b="1">
                <a:solidFill>
                  <a:srgbClr val="F7CB64"/>
                </a:solidFill>
                <a:latin typeface="Arial"/>
                <a:ea typeface="Arial"/>
                <a:cs typeface="Arial"/>
              </a:rPr>
              <a:t>Before starting</a:t>
            </a:r>
          </a:p>
        </p:txBody>
      </p:sp>
      <p:sp>
        <p:nvSpPr>
          <p:cNvPr id="8" name="Record PID, VID/HW, MAC, App Load,&#10;Boot Load, IP and TFTP for eve">
            <a:extLst xmlns:a="http://schemas.openxmlformats.org/drawingml/2006/main">
              <a:ext uri="{FF2B5EF4-FFF2-40B4-BE49-F238E27FC236}">
                <a16:creationId xmlns:a16="http://schemas.microsoft.com/office/drawing/2014/main" id="{5FA0C3A4-4356-4710-AA67-015273FA1BAE}"/>
              </a:ext>
            </a:extLst>
          </p:cNvPr>
          <p:cNvSpPr>
            <a:spLocks xmlns:a="http://schemas.openxmlformats.org/drawingml/2006/main" noGrp="1"/>
          </p:cNvSpPr>
          <p:nvPr/>
        </p:nvSpPr>
        <p:spPr>
          <a:xfrm xmlns:a="http://schemas.openxmlformats.org/drawingml/2006/main">
            <a:off x="3667125" y="4953000"/>
            <a:ext cx="7667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F5F7FB"/>
                </a:solidFill>
                <a:latin typeface="Arial"/>
                <a:ea typeface="Arial"/>
                <a:cs typeface="Arial"/>
              </a:defRPr>
            </a:defPPr>
            <a:lvl1pPr algn="l">
              <a:defRPr sz="2025" b="0">
                <a:solidFill>
                  <a:srgbClr val="F5F7FB"/>
                </a:solidFill>
                <a:latin typeface="Arial"/>
                <a:ea typeface="Arial"/>
                <a:cs typeface="Arial"/>
              </a:defRPr>
            </a:lvl1pPr>
            <a:lvl2pPr algn="l">
              <a:defRPr sz="2025" b="0">
                <a:solidFill>
                  <a:srgbClr val="F5F7FB"/>
                </a:solidFill>
                <a:latin typeface="Arial"/>
                <a:ea typeface="Arial"/>
                <a:cs typeface="Arial"/>
              </a:defRPr>
            </a:lvl2pPr>
            <a:lvl3pPr algn="l">
              <a:defRPr sz="2025" b="0">
                <a:solidFill>
                  <a:srgbClr val="F5F7FB"/>
                </a:solidFill>
                <a:latin typeface="Arial"/>
                <a:ea typeface="Arial"/>
                <a:cs typeface="Arial"/>
              </a:defRPr>
            </a:lvl3pPr>
            <a:lvl4pPr algn="l">
              <a:defRPr sz="2025" b="0">
                <a:solidFill>
                  <a:srgbClr val="F5F7FB"/>
                </a:solidFill>
                <a:latin typeface="Arial"/>
                <a:ea typeface="Arial"/>
                <a:cs typeface="Arial"/>
              </a:defRPr>
            </a:lvl4pPr>
            <a:lvl5pPr algn="l">
              <a:defRPr sz="2025" b="0">
                <a:solidFill>
                  <a:srgbClr val="F5F7FB"/>
                </a:solidFill>
                <a:latin typeface="Arial"/>
                <a:ea typeface="Arial"/>
                <a:cs typeface="Arial"/>
              </a:defRPr>
            </a:lvl5pPr>
            <a:lvl6pPr algn="l">
              <a:defRPr sz="2025" b="0">
                <a:solidFill>
                  <a:srgbClr val="F5F7FB"/>
                </a:solidFill>
                <a:latin typeface="Arial"/>
                <a:ea typeface="Arial"/>
                <a:cs typeface="Arial"/>
              </a:defRPr>
            </a:lvl6pPr>
            <a:lvl7pPr algn="l">
              <a:defRPr sz="2025" b="0">
                <a:solidFill>
                  <a:srgbClr val="F5F7FB"/>
                </a:solidFill>
                <a:latin typeface="Arial"/>
                <a:ea typeface="Arial"/>
                <a:cs typeface="Arial"/>
              </a:defRPr>
            </a:lvl7pPr>
            <a:lvl8pPr algn="l">
              <a:defRPr sz="2025" b="0">
                <a:solidFill>
                  <a:srgbClr val="F5F7FB"/>
                </a:solidFill>
                <a:latin typeface="Arial"/>
                <a:ea typeface="Arial"/>
                <a:cs typeface="Arial"/>
              </a:defRPr>
            </a:lvl8pPr>
            <a:lvl9pPr algn="l">
              <a:defRPr sz="2025" b="0">
                <a:solidFill>
                  <a:srgbClr val="F5F7FB"/>
                </a:solidFill>
                <a:latin typeface="Arial"/>
                <a:ea typeface="Arial"/>
                <a:cs typeface="Arial"/>
              </a:defRPr>
            </a:lvl9pPr>
          </a:lstStyle>
          <a:p xmlns:a="http://schemas.openxmlformats.org/drawingml/2006/main">
            <a:pPr algn="l">
              <a:defRPr sz="2025" b="0">
                <a:solidFill>
                  <a:srgbClr val="F5F7FB"/>
                </a:solidFill>
                <a:latin typeface="Arial"/>
                <a:ea typeface="Arial"/>
                <a:cs typeface="Arial"/>
              </a:defRPr>
            </a:pPr>
            <a:r>
              <a:rPr sz="2025" b="0">
                <a:solidFill>
                  <a:srgbClr val="F5F7FB"/>
                </a:solidFill>
                <a:latin typeface="Arial"/>
                <a:ea typeface="Arial"/>
                <a:cs typeface="Arial"/>
              </a:rPr>
              <a:t>Record PID, VID/HW, MAC, App Load,</a:t>
            </a:r>
          </a:p>
          <a:p xmlns:a="http://schemas.openxmlformats.org/drawingml/2006/main">
            <a:pPr algn="l">
              <a:defRPr sz="2025" b="0">
                <a:solidFill>
                  <a:srgbClr val="F5F7FB"/>
                </a:solidFill>
                <a:latin typeface="Arial"/>
                <a:ea typeface="Arial"/>
                <a:cs typeface="Arial"/>
              </a:defRPr>
            </a:pPr>
            <a:r>
              <a:rPr sz="2025" b="0">
                <a:solidFill>
                  <a:srgbClr val="F5F7FB"/>
                </a:solidFill>
                <a:latin typeface="Arial"/>
                <a:ea typeface="Arial"/>
                <a:cs typeface="Arial"/>
              </a:rPr>
              <a:t>Boot Load, IP and TFTP for every phone.</a:t>
            </a:r>
          </a:p>
        </p:txBody>
      </p:sp>
    </p:spTree>
    <p:extLst>
      <p:ext uri="{BB962C8B-B14F-4D97-AF65-F5344CB8AC3E}">
        <p14:creationId xmlns:p14="http://schemas.microsoft.com/office/powerpoint/2010/main" val="83806758"/>
      </p:ext>
    </p:extLst>
  </p:cSld>
</p:sld>
</file>

<file path=ppt/slides/slide3.xml><?xml version="1.0" encoding="utf-8"?>
<p:sld xmlns:p="http://schemas.openxmlformats.org/presentationml/2006/main">
  <p:cSld>
    <p:bg>
      <p:bgPr>
        <a:solidFill xmlns:a="http://schemas.openxmlformats.org/drawingml/2006/main">
          <a:srgbClr val="101C34"/>
        </a:solidFill>
      </p:bgPr>
    </p:bg>
    <p:spTree>
      <p:nvGrpSpPr>
        <p:cNvPr id="1" name=""/>
        <p:cNvGrpSpPr/>
        <p:nvPr/>
      </p:nvGrpSpPr>
      <p:grpSpPr>
        <a:xfrm xmlns:a="http://schemas.openxmlformats.org/drawingml/2006/main"/>
      </p:grpSpPr>
      <p:cxnSp>
        <p:nvCxnSpPr>
          <p:cNvPr id="17" name="">
            <a:extLst xmlns:a="http://schemas.openxmlformats.org/drawingml/2006/main">
              <a:ext uri="{FF2B5EF4-FFF2-40B4-BE49-F238E27FC236}">
                <a16:creationId xmlns:a16="http://schemas.microsoft.com/office/drawing/2014/main" id="{CA888462-E838-4229-B8ED-C72C02F911E7}"/>
              </a:ext>
            </a:extLst>
          </p:cNvPr>
          <p:cNvCxnSpPr>
            <a:stCxn xmlns:a="http://schemas.openxmlformats.org/drawingml/2006/main" id="5" idx="2"/>
            <a:endCxn xmlns:a="http://schemas.openxmlformats.org/drawingml/2006/main" id="8" idx="0"/>
          </p:cNvCxnSpPr>
          <p:nvPr/>
        </p:nvCxnSpPr>
        <p:spPr>
          <a:xfrm xmlns:a="http://schemas.openxmlformats.org/drawingml/2006/main">
            <a:off x="9739313" y="2947988"/>
            <a:ext cx="0" cy="1157287"/>
          </a:xfrm>
          <a:prstGeom xmlns:a="http://schemas.openxmlformats.org/drawingml/2006/main" prst="straightConnector1">
            <a:avLst/>
          </a:prstGeom>
          <a:ln xmlns:a="http://schemas.openxmlformats.org/drawingml/2006/main" w="28575">
            <a:solidFill>
              <a:srgbClr val="F7CB64"/>
            </a:solidFill>
            <a:headEnd type="triangle" w="sm" len="sm"/>
            <a:tailEnd type="triangle" w="sm" len="sm"/>
          </a:ln>
        </p:spPr>
      </p:cxnSp>
      <p:cxnSp>
        <p:nvCxnSpPr>
          <p:cNvPr id="15" name="">
            <a:extLst xmlns:a="http://schemas.openxmlformats.org/drawingml/2006/main">
              <a:ext uri="{FF2B5EF4-FFF2-40B4-BE49-F238E27FC236}">
                <a16:creationId xmlns:a16="http://schemas.microsoft.com/office/drawing/2014/main" id="{DFDB1A0E-1F74-4643-864F-5053361DBA2F}"/>
              </a:ext>
            </a:extLst>
          </p:cNvPr>
          <p:cNvCxnSpPr>
            <a:stCxn xmlns:a="http://schemas.openxmlformats.org/drawingml/2006/main" id="7" idx="0"/>
            <a:endCxn xmlns:a="http://schemas.openxmlformats.org/drawingml/2006/main" id="3" idx="2"/>
          </p:cNvCxnSpPr>
          <p:nvPr/>
        </p:nvCxnSpPr>
        <p:spPr>
          <a:xfrm xmlns:a="http://schemas.openxmlformats.org/drawingml/2006/main" flipV="1">
            <a:off x="2131220" y="2947988"/>
            <a:ext cx="0" cy="1157287"/>
          </a:xfrm>
          <a:prstGeom xmlns:a="http://schemas.openxmlformats.org/drawingml/2006/main" prst="straightConnector1">
            <a:avLst/>
          </a:prstGeom>
          <a:ln xmlns:a="http://schemas.openxmlformats.org/drawingml/2006/main" w="28575">
            <a:solidFill>
              <a:srgbClr val="FF836D"/>
            </a:solidFill>
            <a:tailEnd type="triangle" w="sm" len="sm"/>
          </a:ln>
        </p:spPr>
      </p:cxnSp>
      <p:cxnSp>
        <p:nvCxnSpPr>
          <p:cNvPr id="13" name="">
            <a:extLst xmlns:a="http://schemas.openxmlformats.org/drawingml/2006/main">
              <a:ext uri="{FF2B5EF4-FFF2-40B4-BE49-F238E27FC236}">
                <a16:creationId xmlns:a16="http://schemas.microsoft.com/office/drawing/2014/main" id="{D6409A1D-F5CA-4AA2-8F92-CC4038B397ED}"/>
              </a:ext>
            </a:extLst>
          </p:cNvPr>
          <p:cNvCxnSpPr>
            <a:stCxn xmlns:a="http://schemas.openxmlformats.org/drawingml/2006/main" id="6" idx="0"/>
            <a:endCxn xmlns:a="http://schemas.openxmlformats.org/drawingml/2006/main" id="4" idx="2"/>
          </p:cNvCxnSpPr>
          <p:nvPr/>
        </p:nvCxnSpPr>
        <p:spPr>
          <a:xfrm xmlns:a="http://schemas.openxmlformats.org/drawingml/2006/main" flipV="1">
            <a:off x="5753100" y="2947988"/>
            <a:ext cx="0" cy="1157287"/>
          </a:xfrm>
          <a:prstGeom xmlns:a="http://schemas.openxmlformats.org/drawingml/2006/main" prst="straightConnector1">
            <a:avLst/>
          </a:prstGeom>
          <a:ln xmlns:a="http://schemas.openxmlformats.org/drawingml/2006/main" w="28575">
            <a:solidFill>
              <a:srgbClr val="F7CB64"/>
            </a:solidFill>
            <a:tailEnd type="triangle" w="sm" len="sm"/>
          </a:ln>
        </p:spPr>
      </p:cxnSp>
      <p:cxnSp>
        <p:nvCxnSpPr>
          <p:cNvPr id="11" name="">
            <a:extLst xmlns:a="http://schemas.openxmlformats.org/drawingml/2006/main">
              <a:ext uri="{FF2B5EF4-FFF2-40B4-BE49-F238E27FC236}">
                <a16:creationId xmlns:a16="http://schemas.microsoft.com/office/drawing/2014/main" id="{E5CE5D34-A8FF-4A3C-87C0-29D7FD2C9715}"/>
              </a:ext>
            </a:extLst>
          </p:cNvPr>
          <p:cNvCxnSpPr>
            <a:stCxn xmlns:a="http://schemas.openxmlformats.org/drawingml/2006/main" id="4" idx="3"/>
            <a:endCxn xmlns:a="http://schemas.openxmlformats.org/drawingml/2006/main" id="5" idx="1"/>
          </p:cNvCxnSpPr>
          <p:nvPr/>
        </p:nvCxnSpPr>
        <p:spPr>
          <a:xfrm xmlns:a="http://schemas.openxmlformats.org/drawingml/2006/main">
            <a:off x="6996113" y="2433638"/>
            <a:ext cx="1328737" cy="0"/>
          </a:xfrm>
          <a:prstGeom xmlns:a="http://schemas.openxmlformats.org/drawingml/2006/main" prst="straightConnector1">
            <a:avLst/>
          </a:prstGeom>
          <a:ln xmlns:a="http://schemas.openxmlformats.org/drawingml/2006/main" w="28575">
            <a:solidFill>
              <a:srgbClr val="48DDCC"/>
            </a:solidFill>
            <a:headEnd type="triangle" w="sm" len="sm"/>
            <a:tailEnd type="triangle" w="sm" len="sm"/>
          </a:ln>
        </p:spPr>
      </p:cxnSp>
      <p:cxnSp>
        <p:nvCxnSpPr>
          <p:cNvPr id="9" name="">
            <a:extLst xmlns:a="http://schemas.openxmlformats.org/drawingml/2006/main">
              <a:ext uri="{FF2B5EF4-FFF2-40B4-BE49-F238E27FC236}">
                <a16:creationId xmlns:a16="http://schemas.microsoft.com/office/drawing/2014/main" id="{0F55E54C-1A7C-4CB2-A7D0-0AEC7008B066}"/>
              </a:ext>
            </a:extLst>
          </p:cNvPr>
          <p:cNvCxnSpPr>
            <a:stCxn xmlns:a="http://schemas.openxmlformats.org/drawingml/2006/main" id="3" idx="3"/>
            <a:endCxn xmlns:a="http://schemas.openxmlformats.org/drawingml/2006/main" id="4" idx="1"/>
          </p:cNvCxnSpPr>
          <p:nvPr/>
        </p:nvCxnSpPr>
        <p:spPr>
          <a:xfrm xmlns:a="http://schemas.openxmlformats.org/drawingml/2006/main">
            <a:off x="3267076" y="2433638"/>
            <a:ext cx="1243012" cy="0"/>
          </a:xfrm>
          <a:prstGeom xmlns:a="http://schemas.openxmlformats.org/drawingml/2006/main" prst="straightConnector1">
            <a:avLst/>
          </a:prstGeom>
          <a:ln xmlns:a="http://schemas.openxmlformats.org/drawingml/2006/main" w="28575">
            <a:solidFill>
              <a:srgbClr val="48DDCC"/>
            </a:solidFill>
            <a:headEnd type="triangle" w="sm" len="sm"/>
            <a:tailEnd type="triangle" w="sm" len="sm"/>
          </a:ln>
        </p:spPr>
      </p:cxnSp>
      <p:sp>
        <p:nvSpPr>
          <p:cNvPr id="20" name="Cisco, Asterisk and Home Assistant">
            <a:extLst xmlns:a="http://schemas.openxmlformats.org/drawingml/2006/main">
              <a:ext uri="{FF2B5EF4-FFF2-40B4-BE49-F238E27FC236}">
                <a16:creationId xmlns:a16="http://schemas.microsoft.com/office/drawing/2014/main" id="{14DA5C4D-D79C-4145-B5E6-053E9C7FEF05}"/>
              </a:ext>
            </a:extLst>
          </p:cNvPr>
          <p:cNvSpPr>
            <a:spLocks xmlns:a="http://schemas.openxmlformats.org/drawingml/2006/main" noGrp="1"/>
          </p:cNvSpPr>
          <p:nvPr/>
        </p:nvSpPr>
        <p:spPr>
          <a:xfrm xmlns:a="http://schemas.openxmlformats.org/drawingml/2006/main">
            <a:off x="571500" y="41910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75" b="1">
                <a:solidFill>
                  <a:srgbClr val="F5F7FB"/>
                </a:solidFill>
                <a:latin typeface="Arial"/>
                <a:ea typeface="Arial"/>
                <a:cs typeface="Arial"/>
              </a:defRPr>
            </a:defPPr>
            <a:lvl1pPr algn="l">
              <a:defRPr sz="3375" b="1">
                <a:solidFill>
                  <a:srgbClr val="F5F7FB"/>
                </a:solidFill>
                <a:latin typeface="Arial"/>
                <a:ea typeface="Arial"/>
                <a:cs typeface="Arial"/>
              </a:defRPr>
            </a:lvl1pPr>
            <a:lvl2pPr algn="l">
              <a:defRPr sz="3375" b="1">
                <a:solidFill>
                  <a:srgbClr val="F5F7FB"/>
                </a:solidFill>
                <a:latin typeface="Arial"/>
                <a:ea typeface="Arial"/>
                <a:cs typeface="Arial"/>
              </a:defRPr>
            </a:lvl2pPr>
            <a:lvl3pPr algn="l">
              <a:defRPr sz="3375" b="1">
                <a:solidFill>
                  <a:srgbClr val="F5F7FB"/>
                </a:solidFill>
                <a:latin typeface="Arial"/>
                <a:ea typeface="Arial"/>
                <a:cs typeface="Arial"/>
              </a:defRPr>
            </a:lvl3pPr>
            <a:lvl4pPr algn="l">
              <a:defRPr sz="3375" b="1">
                <a:solidFill>
                  <a:srgbClr val="F5F7FB"/>
                </a:solidFill>
                <a:latin typeface="Arial"/>
                <a:ea typeface="Arial"/>
                <a:cs typeface="Arial"/>
              </a:defRPr>
            </a:lvl4pPr>
            <a:lvl5pPr algn="l">
              <a:defRPr sz="3375" b="1">
                <a:solidFill>
                  <a:srgbClr val="F5F7FB"/>
                </a:solidFill>
                <a:latin typeface="Arial"/>
                <a:ea typeface="Arial"/>
                <a:cs typeface="Arial"/>
              </a:defRPr>
            </a:lvl5pPr>
            <a:lvl6pPr algn="l">
              <a:defRPr sz="3375" b="1">
                <a:solidFill>
                  <a:srgbClr val="F5F7FB"/>
                </a:solidFill>
                <a:latin typeface="Arial"/>
                <a:ea typeface="Arial"/>
                <a:cs typeface="Arial"/>
              </a:defRPr>
            </a:lvl6pPr>
            <a:lvl7pPr algn="l">
              <a:defRPr sz="3375" b="1">
                <a:solidFill>
                  <a:srgbClr val="F5F7FB"/>
                </a:solidFill>
                <a:latin typeface="Arial"/>
                <a:ea typeface="Arial"/>
                <a:cs typeface="Arial"/>
              </a:defRPr>
            </a:lvl7pPr>
            <a:lvl8pPr algn="l">
              <a:defRPr sz="3375" b="1">
                <a:solidFill>
                  <a:srgbClr val="F5F7FB"/>
                </a:solidFill>
                <a:latin typeface="Arial"/>
                <a:ea typeface="Arial"/>
                <a:cs typeface="Arial"/>
              </a:defRPr>
            </a:lvl8pPr>
            <a:lvl9pPr algn="l">
              <a:defRPr sz="3375" b="1">
                <a:solidFill>
                  <a:srgbClr val="F5F7FB"/>
                </a:solidFill>
                <a:latin typeface="Arial"/>
                <a:ea typeface="Arial"/>
                <a:cs typeface="Arial"/>
              </a:defRPr>
            </a:lvl9pPr>
          </a:lstStyle>
          <a:p xmlns:a="http://schemas.openxmlformats.org/drawingml/2006/main">
            <a:pPr algn="l">
              <a:defRPr sz="3375" b="1">
                <a:solidFill>
                  <a:srgbClr val="F5F7FB"/>
                </a:solidFill>
                <a:latin typeface="Arial"/>
                <a:ea typeface="Arial"/>
                <a:cs typeface="Arial"/>
              </a:defRPr>
            </a:pPr>
            <a:r>
              <a:rPr sz="3375" b="1">
                <a:solidFill>
                  <a:srgbClr val="F5F7FB"/>
                </a:solidFill>
                <a:latin typeface="Arial"/>
                <a:ea typeface="Arial"/>
                <a:cs typeface="Arial"/>
              </a:rPr>
              <a:t>Cisco, Asterisk and Home Assistant</a:t>
            </a:r>
          </a:p>
        </p:txBody>
      </p:sp>
      <p:sp>
        <p:nvSpPr>
          <p:cNvPr id="2" name="03">
            <a:extLst xmlns:a="http://schemas.openxmlformats.org/drawingml/2006/main">
              <a:ext uri="{FF2B5EF4-FFF2-40B4-BE49-F238E27FC236}">
                <a16:creationId xmlns:a16="http://schemas.microsoft.com/office/drawing/2014/main" id="{45913319-1109-43ED-8120-13218FD43539}"/>
              </a:ext>
            </a:extLst>
          </p:cNvPr>
          <p:cNvSpPr>
            <a:spLocks xmlns:a="http://schemas.openxmlformats.org/drawingml/2006/main" noGrp="1"/>
          </p:cNvSpPr>
          <p:nvPr/>
        </p:nvSpPr>
        <p:spPr>
          <a:xfrm xmlns:a="http://schemas.openxmlformats.org/drawingml/2006/main">
            <a:off x="11049000" y="63627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AAB9D0"/>
                </a:solidFill>
                <a:latin typeface="Arial"/>
                <a:ea typeface="Arial"/>
                <a:cs typeface="Arial"/>
              </a:defRPr>
            </a:defPPr>
            <a:lvl1pPr algn="r">
              <a:defRPr sz="1275" b="0">
                <a:solidFill>
                  <a:srgbClr val="AAB9D0"/>
                </a:solidFill>
                <a:latin typeface="Arial"/>
                <a:ea typeface="Arial"/>
                <a:cs typeface="Arial"/>
              </a:defRPr>
            </a:lvl1pPr>
            <a:lvl2pPr algn="r">
              <a:defRPr sz="1275" b="0">
                <a:solidFill>
                  <a:srgbClr val="AAB9D0"/>
                </a:solidFill>
                <a:latin typeface="Arial"/>
                <a:ea typeface="Arial"/>
                <a:cs typeface="Arial"/>
              </a:defRPr>
            </a:lvl2pPr>
            <a:lvl3pPr algn="r">
              <a:defRPr sz="1275" b="0">
                <a:solidFill>
                  <a:srgbClr val="AAB9D0"/>
                </a:solidFill>
                <a:latin typeface="Arial"/>
                <a:ea typeface="Arial"/>
                <a:cs typeface="Arial"/>
              </a:defRPr>
            </a:lvl3pPr>
            <a:lvl4pPr algn="r">
              <a:defRPr sz="1275" b="0">
                <a:solidFill>
                  <a:srgbClr val="AAB9D0"/>
                </a:solidFill>
                <a:latin typeface="Arial"/>
                <a:ea typeface="Arial"/>
                <a:cs typeface="Arial"/>
              </a:defRPr>
            </a:lvl4pPr>
            <a:lvl5pPr algn="r">
              <a:defRPr sz="1275" b="0">
                <a:solidFill>
                  <a:srgbClr val="AAB9D0"/>
                </a:solidFill>
                <a:latin typeface="Arial"/>
                <a:ea typeface="Arial"/>
                <a:cs typeface="Arial"/>
              </a:defRPr>
            </a:lvl5pPr>
            <a:lvl6pPr algn="r">
              <a:defRPr sz="1275" b="0">
                <a:solidFill>
                  <a:srgbClr val="AAB9D0"/>
                </a:solidFill>
                <a:latin typeface="Arial"/>
                <a:ea typeface="Arial"/>
                <a:cs typeface="Arial"/>
              </a:defRPr>
            </a:lvl6pPr>
            <a:lvl7pPr algn="r">
              <a:defRPr sz="1275" b="0">
                <a:solidFill>
                  <a:srgbClr val="AAB9D0"/>
                </a:solidFill>
                <a:latin typeface="Arial"/>
                <a:ea typeface="Arial"/>
                <a:cs typeface="Arial"/>
              </a:defRPr>
            </a:lvl7pPr>
            <a:lvl8pPr algn="r">
              <a:defRPr sz="1275" b="0">
                <a:solidFill>
                  <a:srgbClr val="AAB9D0"/>
                </a:solidFill>
                <a:latin typeface="Arial"/>
                <a:ea typeface="Arial"/>
                <a:cs typeface="Arial"/>
              </a:defRPr>
            </a:lvl8pPr>
            <a:lvl9pPr algn="r">
              <a:defRPr sz="1275" b="0">
                <a:solidFill>
                  <a:srgbClr val="AAB9D0"/>
                </a:solidFill>
                <a:latin typeface="Arial"/>
                <a:ea typeface="Arial"/>
                <a:cs typeface="Arial"/>
              </a:defRPr>
            </a:lvl9pPr>
          </a:lstStyle>
          <a:p xmlns:a="http://schemas.openxmlformats.org/drawingml/2006/main">
            <a:pPr algn="r">
              <a:defRPr sz="1275" b="0">
                <a:solidFill>
                  <a:srgbClr val="AAB9D0"/>
                </a:solidFill>
                <a:latin typeface="Arial"/>
                <a:ea typeface="Arial"/>
                <a:cs typeface="Arial"/>
              </a:defRPr>
            </a:pPr>
            <a:r>
              <a:rPr sz="1275" b="0">
                <a:solidFill>
                  <a:srgbClr val="AAB9D0"/>
                </a:solidFill>
                <a:latin typeface="Arial"/>
                <a:ea typeface="Arial"/>
                <a:cs typeface="Arial"/>
              </a:rPr>
              <a:t>03</a:t>
            </a:r>
          </a:p>
        </p:txBody>
      </p:sp>
      <p:sp>
        <p:nvSpPr>
          <p:cNvPr id="3" name="phones">
            <a:extLst xmlns:a="http://schemas.openxmlformats.org/drawingml/2006/main">
              <a:ext uri="{FF2B5EF4-FFF2-40B4-BE49-F238E27FC236}">
                <a16:creationId xmlns:a16="http://schemas.microsoft.com/office/drawing/2014/main" id="{28C49FA7-26EC-4755-97DC-E3811B6AEA0A}"/>
              </a:ext>
            </a:extLst>
          </p:cNvPr>
          <p:cNvSpPr>
            <a:spLocks xmlns:a="http://schemas.openxmlformats.org/drawingml/2006/main" noGrp="1"/>
          </p:cNvSpPr>
          <p:nvPr/>
        </p:nvSpPr>
        <p:spPr>
          <a:xfrm xmlns:a="http://schemas.openxmlformats.org/drawingml/2006/main">
            <a:off x="995363" y="1919288"/>
            <a:ext cx="2271713" cy="1028700"/>
          </a:xfrm>
          <a:prstGeom xmlns:a="http://schemas.openxmlformats.org/drawingml/2006/main" prst="roundRect">
            <a:avLst>
              <a:gd name="adj" fmla="val 9259"/>
            </a:avLst>
          </a:prstGeom>
          <a:solidFill xmlns:a="http://schemas.openxmlformats.org/drawingml/2006/main">
            <a:srgbClr val="172841"/>
          </a:solidFill>
          <a:ln xmlns:a="http://schemas.openxmlformats.org/drawingml/2006/main" w="19050">
            <a:solidFill>
              <a:srgbClr val="48DDCC"/>
            </a:solidFill>
          </a:ln>
        </p:spPr>
        <p:txBody>
          <a:bodyPr xmlns:a="http://schemas.openxmlformats.org/drawingml/2006/main" lIns="76200" tIns="76200" rIns="76200" bIns="76200" anchor="ctr">
            <a:noAutofit/>
          </a:bodyPr>
          <a:lstStyle xmlns:a="http://schemas.openxmlformats.org/drawingml/2006/main">
            <a:defPPr algn="ctr">
              <a:defRPr sz="1620" b="1">
                <a:solidFill>
                  <a:srgbClr val="F5F7FB"/>
                </a:solidFill>
                <a:latin typeface="Arial"/>
                <a:ea typeface="Arial"/>
                <a:cs typeface="Arial"/>
              </a:defRPr>
            </a:defPPr>
            <a:lvl1pPr algn="ctr">
              <a:defRPr sz="1620" b="1">
                <a:solidFill>
                  <a:srgbClr val="F5F7FB"/>
                </a:solidFill>
                <a:latin typeface="Arial"/>
                <a:ea typeface="Arial"/>
                <a:cs typeface="Arial"/>
              </a:defRPr>
            </a:lvl1pPr>
            <a:lvl2pPr algn="ctr">
              <a:defRPr sz="1620" b="1">
                <a:solidFill>
                  <a:srgbClr val="F5F7FB"/>
                </a:solidFill>
                <a:latin typeface="Arial"/>
                <a:ea typeface="Arial"/>
                <a:cs typeface="Arial"/>
              </a:defRPr>
            </a:lvl2pPr>
            <a:lvl3pPr algn="ctr">
              <a:defRPr sz="1620" b="1">
                <a:solidFill>
                  <a:srgbClr val="F5F7FB"/>
                </a:solidFill>
                <a:latin typeface="Arial"/>
                <a:ea typeface="Arial"/>
                <a:cs typeface="Arial"/>
              </a:defRPr>
            </a:lvl3pPr>
            <a:lvl4pPr algn="ctr">
              <a:defRPr sz="1620" b="1">
                <a:solidFill>
                  <a:srgbClr val="F5F7FB"/>
                </a:solidFill>
                <a:latin typeface="Arial"/>
                <a:ea typeface="Arial"/>
                <a:cs typeface="Arial"/>
              </a:defRPr>
            </a:lvl4pPr>
            <a:lvl5pPr algn="ctr">
              <a:defRPr sz="1620" b="1">
                <a:solidFill>
                  <a:srgbClr val="F5F7FB"/>
                </a:solidFill>
                <a:latin typeface="Arial"/>
                <a:ea typeface="Arial"/>
                <a:cs typeface="Arial"/>
              </a:defRPr>
            </a:lvl5pPr>
            <a:lvl6pPr algn="ctr">
              <a:defRPr sz="1620" b="1">
                <a:solidFill>
                  <a:srgbClr val="F5F7FB"/>
                </a:solidFill>
                <a:latin typeface="Arial"/>
                <a:ea typeface="Arial"/>
                <a:cs typeface="Arial"/>
              </a:defRPr>
            </a:lvl6pPr>
            <a:lvl7pPr algn="ctr">
              <a:defRPr sz="1620" b="1">
                <a:solidFill>
                  <a:srgbClr val="F5F7FB"/>
                </a:solidFill>
                <a:latin typeface="Arial"/>
                <a:ea typeface="Arial"/>
                <a:cs typeface="Arial"/>
              </a:defRPr>
            </a:lvl7pPr>
            <a:lvl8pPr algn="ctr">
              <a:defRPr sz="1620" b="1">
                <a:solidFill>
                  <a:srgbClr val="F5F7FB"/>
                </a:solidFill>
                <a:latin typeface="Arial"/>
                <a:ea typeface="Arial"/>
                <a:cs typeface="Arial"/>
              </a:defRPr>
            </a:lvl8pPr>
            <a:lvl9pPr algn="ctr">
              <a:defRPr sz="1620" b="1">
                <a:solidFill>
                  <a:srgbClr val="F5F7FB"/>
                </a:solidFill>
                <a:latin typeface="Arial"/>
                <a:ea typeface="Arial"/>
                <a:cs typeface="Arial"/>
              </a:defRPr>
            </a:lvl9pPr>
          </a:lstStyle>
          <a:p xmlns:a="http://schemas.openxmlformats.org/drawingml/2006/main">
            <a:pPr algn="ctr">
              <a:defRPr sz="1620" b="1">
                <a:solidFill>
                  <a:srgbClr val="F5F7FB"/>
                </a:solidFill>
                <a:latin typeface="Arial"/>
                <a:ea typeface="Arial"/>
                <a:cs typeface="Arial"/>
              </a:defRPr>
            </a:pPr>
            <a:r>
              <a:rPr sz="1620" b="1">
                <a:solidFill>
                  <a:srgbClr val="F5F7FB"/>
                </a:solidFill>
                <a:latin typeface="Arial"/>
                <a:ea typeface="Arial"/>
                <a:cs typeface="Arial"/>
              </a:rPr>
              <a:t>10 × Cisco 7945G</a:t>
            </a:r>
          </a:p>
          <a:p xmlns:a="http://schemas.openxmlformats.org/drawingml/2006/main">
            <a:pPr algn="ctr">
              <a:defRPr sz="1620" b="1">
                <a:solidFill>
                  <a:srgbClr val="F5F7FB"/>
                </a:solidFill>
                <a:latin typeface="Arial"/>
                <a:ea typeface="Arial"/>
                <a:cs typeface="Arial"/>
              </a:defRPr>
            </a:pPr>
            <a:r>
              <a:rPr sz="1620" b="1">
                <a:solidFill>
                  <a:srgbClr val="F5F7FB"/>
                </a:solidFill>
                <a:latin typeface="Arial"/>
                <a:ea typeface="Arial"/>
                <a:cs typeface="Arial"/>
              </a:rPr>
              <a:t>PoE 802.3af</a:t>
            </a:r>
          </a:p>
        </p:txBody>
      </p:sp>
      <p:sp>
        <p:nvSpPr>
          <p:cNvPr id="4" name="switch">
            <a:extLst xmlns:a="http://schemas.openxmlformats.org/drawingml/2006/main">
              <a:ext uri="{FF2B5EF4-FFF2-40B4-BE49-F238E27FC236}">
                <a16:creationId xmlns:a16="http://schemas.microsoft.com/office/drawing/2014/main" id="{5EB484D1-4894-4047-B204-BC29CB0225B6}"/>
              </a:ext>
            </a:extLst>
          </p:cNvPr>
          <p:cNvSpPr>
            <a:spLocks xmlns:a="http://schemas.openxmlformats.org/drawingml/2006/main" noGrp="1"/>
          </p:cNvSpPr>
          <p:nvPr/>
        </p:nvSpPr>
        <p:spPr>
          <a:xfrm xmlns:a="http://schemas.openxmlformats.org/drawingml/2006/main">
            <a:off x="4510088" y="1919288"/>
            <a:ext cx="2486025" cy="1028700"/>
          </a:xfrm>
          <a:prstGeom xmlns:a="http://schemas.openxmlformats.org/drawingml/2006/main" prst="roundRect">
            <a:avLst>
              <a:gd name="adj" fmla="val 9259"/>
            </a:avLst>
          </a:prstGeom>
          <a:solidFill xmlns:a="http://schemas.openxmlformats.org/drawingml/2006/main">
            <a:srgbClr val="172841"/>
          </a:solidFill>
          <a:ln xmlns:a="http://schemas.openxmlformats.org/drawingml/2006/main" w="19050">
            <a:solidFill>
              <a:srgbClr val="48DDCC"/>
            </a:solidFill>
          </a:ln>
        </p:spPr>
        <p:txBody>
          <a:bodyPr xmlns:a="http://schemas.openxmlformats.org/drawingml/2006/main" lIns="76200" tIns="76200" rIns="76200" bIns="76200" anchor="ctr">
            <a:noAutofit/>
          </a:bodyPr>
          <a:lstStyle xmlns:a="http://schemas.openxmlformats.org/drawingml/2006/main">
            <a:defPPr algn="ctr">
              <a:defRPr sz="1620" b="1">
                <a:solidFill>
                  <a:srgbClr val="F5F7FB"/>
                </a:solidFill>
                <a:latin typeface="Arial"/>
                <a:ea typeface="Arial"/>
                <a:cs typeface="Arial"/>
              </a:defRPr>
            </a:defPPr>
            <a:lvl1pPr algn="ctr">
              <a:defRPr sz="1620" b="1">
                <a:solidFill>
                  <a:srgbClr val="F5F7FB"/>
                </a:solidFill>
                <a:latin typeface="Arial"/>
                <a:ea typeface="Arial"/>
                <a:cs typeface="Arial"/>
              </a:defRPr>
            </a:lvl1pPr>
            <a:lvl2pPr algn="ctr">
              <a:defRPr sz="1620" b="1">
                <a:solidFill>
                  <a:srgbClr val="F5F7FB"/>
                </a:solidFill>
                <a:latin typeface="Arial"/>
                <a:ea typeface="Arial"/>
                <a:cs typeface="Arial"/>
              </a:defRPr>
            </a:lvl2pPr>
            <a:lvl3pPr algn="ctr">
              <a:defRPr sz="1620" b="1">
                <a:solidFill>
                  <a:srgbClr val="F5F7FB"/>
                </a:solidFill>
                <a:latin typeface="Arial"/>
                <a:ea typeface="Arial"/>
                <a:cs typeface="Arial"/>
              </a:defRPr>
            </a:lvl3pPr>
            <a:lvl4pPr algn="ctr">
              <a:defRPr sz="1620" b="1">
                <a:solidFill>
                  <a:srgbClr val="F5F7FB"/>
                </a:solidFill>
                <a:latin typeface="Arial"/>
                <a:ea typeface="Arial"/>
                <a:cs typeface="Arial"/>
              </a:defRPr>
            </a:lvl4pPr>
            <a:lvl5pPr algn="ctr">
              <a:defRPr sz="1620" b="1">
                <a:solidFill>
                  <a:srgbClr val="F5F7FB"/>
                </a:solidFill>
                <a:latin typeface="Arial"/>
                <a:ea typeface="Arial"/>
                <a:cs typeface="Arial"/>
              </a:defRPr>
            </a:lvl5pPr>
            <a:lvl6pPr algn="ctr">
              <a:defRPr sz="1620" b="1">
                <a:solidFill>
                  <a:srgbClr val="F5F7FB"/>
                </a:solidFill>
                <a:latin typeface="Arial"/>
                <a:ea typeface="Arial"/>
                <a:cs typeface="Arial"/>
              </a:defRPr>
            </a:lvl6pPr>
            <a:lvl7pPr algn="ctr">
              <a:defRPr sz="1620" b="1">
                <a:solidFill>
                  <a:srgbClr val="F5F7FB"/>
                </a:solidFill>
                <a:latin typeface="Arial"/>
                <a:ea typeface="Arial"/>
                <a:cs typeface="Arial"/>
              </a:defRPr>
            </a:lvl7pPr>
            <a:lvl8pPr algn="ctr">
              <a:defRPr sz="1620" b="1">
                <a:solidFill>
                  <a:srgbClr val="F5F7FB"/>
                </a:solidFill>
                <a:latin typeface="Arial"/>
                <a:ea typeface="Arial"/>
                <a:cs typeface="Arial"/>
              </a:defRPr>
            </a:lvl8pPr>
            <a:lvl9pPr algn="ctr">
              <a:defRPr sz="1620" b="1">
                <a:solidFill>
                  <a:srgbClr val="F5F7FB"/>
                </a:solidFill>
                <a:latin typeface="Arial"/>
                <a:ea typeface="Arial"/>
                <a:cs typeface="Arial"/>
              </a:defRPr>
            </a:lvl9pPr>
          </a:lstStyle>
          <a:p xmlns:a="http://schemas.openxmlformats.org/drawingml/2006/main">
            <a:pPr algn="ctr">
              <a:defRPr sz="1620" b="1">
                <a:solidFill>
                  <a:srgbClr val="F5F7FB"/>
                </a:solidFill>
                <a:latin typeface="Arial"/>
                <a:ea typeface="Arial"/>
                <a:cs typeface="Arial"/>
              </a:defRPr>
            </a:pPr>
            <a:r>
              <a:rPr sz="1620" b="1">
                <a:solidFill>
                  <a:srgbClr val="F5F7FB"/>
                </a:solidFill>
                <a:latin typeface="Arial"/>
                <a:ea typeface="Arial"/>
                <a:cs typeface="Arial"/>
              </a:rPr>
              <a:t>PoE switch</a:t>
            </a:r>
          </a:p>
          <a:p xmlns:a="http://schemas.openxmlformats.org/drawingml/2006/main">
            <a:pPr algn="ctr">
              <a:defRPr sz="1620" b="1">
                <a:solidFill>
                  <a:srgbClr val="F5F7FB"/>
                </a:solidFill>
                <a:latin typeface="Arial"/>
                <a:ea typeface="Arial"/>
                <a:cs typeface="Arial"/>
              </a:defRPr>
            </a:pPr>
            <a:r>
              <a:rPr sz="1620" b="1">
                <a:solidFill>
                  <a:srgbClr val="F5F7FB"/>
                </a:solidFill>
                <a:latin typeface="Arial"/>
                <a:ea typeface="Arial"/>
                <a:cs typeface="Arial"/>
              </a:rPr>
              <a:t>Voice LAN / VLAN</a:t>
            </a:r>
          </a:p>
        </p:txBody>
      </p:sp>
      <p:sp>
        <p:nvSpPr>
          <p:cNvPr id="5" name="ast">
            <a:extLst xmlns:a="http://schemas.openxmlformats.org/drawingml/2006/main">
              <a:ext uri="{FF2B5EF4-FFF2-40B4-BE49-F238E27FC236}">
                <a16:creationId xmlns:a16="http://schemas.microsoft.com/office/drawing/2014/main" id="{FA153753-1943-4643-8479-F81EBBF72278}"/>
              </a:ext>
            </a:extLst>
          </p:cNvPr>
          <p:cNvSpPr>
            <a:spLocks xmlns:a="http://schemas.openxmlformats.org/drawingml/2006/main" noGrp="1"/>
          </p:cNvSpPr>
          <p:nvPr/>
        </p:nvSpPr>
        <p:spPr>
          <a:xfrm xmlns:a="http://schemas.openxmlformats.org/drawingml/2006/main">
            <a:off x="8324850" y="1919288"/>
            <a:ext cx="2828925" cy="1028700"/>
          </a:xfrm>
          <a:prstGeom xmlns:a="http://schemas.openxmlformats.org/drawingml/2006/main" prst="roundRect">
            <a:avLst>
              <a:gd name="adj" fmla="val 9259"/>
            </a:avLst>
          </a:prstGeom>
          <a:solidFill xmlns:a="http://schemas.openxmlformats.org/drawingml/2006/main">
            <a:srgbClr val="172841"/>
          </a:solidFill>
          <a:ln xmlns:a="http://schemas.openxmlformats.org/drawingml/2006/main" w="19050">
            <a:solidFill>
              <a:srgbClr val="48DDCC"/>
            </a:solidFill>
          </a:ln>
        </p:spPr>
        <p:txBody>
          <a:bodyPr xmlns:a="http://schemas.openxmlformats.org/drawingml/2006/main" lIns="76200" tIns="76200" rIns="76200" bIns="76200" anchor="ctr">
            <a:noAutofit/>
          </a:bodyPr>
          <a:lstStyle xmlns:a="http://schemas.openxmlformats.org/drawingml/2006/main">
            <a:defPPr algn="ctr">
              <a:defRPr sz="1620" b="1">
                <a:solidFill>
                  <a:srgbClr val="F5F7FB"/>
                </a:solidFill>
                <a:latin typeface="Arial"/>
                <a:ea typeface="Arial"/>
                <a:cs typeface="Arial"/>
              </a:defRPr>
            </a:defPPr>
            <a:lvl1pPr algn="ctr">
              <a:defRPr sz="1620" b="1">
                <a:solidFill>
                  <a:srgbClr val="F5F7FB"/>
                </a:solidFill>
                <a:latin typeface="Arial"/>
                <a:ea typeface="Arial"/>
                <a:cs typeface="Arial"/>
              </a:defRPr>
            </a:lvl1pPr>
            <a:lvl2pPr algn="ctr">
              <a:defRPr sz="1620" b="1">
                <a:solidFill>
                  <a:srgbClr val="F5F7FB"/>
                </a:solidFill>
                <a:latin typeface="Arial"/>
                <a:ea typeface="Arial"/>
                <a:cs typeface="Arial"/>
              </a:defRPr>
            </a:lvl2pPr>
            <a:lvl3pPr algn="ctr">
              <a:defRPr sz="1620" b="1">
                <a:solidFill>
                  <a:srgbClr val="F5F7FB"/>
                </a:solidFill>
                <a:latin typeface="Arial"/>
                <a:ea typeface="Arial"/>
                <a:cs typeface="Arial"/>
              </a:defRPr>
            </a:lvl3pPr>
            <a:lvl4pPr algn="ctr">
              <a:defRPr sz="1620" b="1">
                <a:solidFill>
                  <a:srgbClr val="F5F7FB"/>
                </a:solidFill>
                <a:latin typeface="Arial"/>
                <a:ea typeface="Arial"/>
                <a:cs typeface="Arial"/>
              </a:defRPr>
            </a:lvl4pPr>
            <a:lvl5pPr algn="ctr">
              <a:defRPr sz="1620" b="1">
                <a:solidFill>
                  <a:srgbClr val="F5F7FB"/>
                </a:solidFill>
                <a:latin typeface="Arial"/>
                <a:ea typeface="Arial"/>
                <a:cs typeface="Arial"/>
              </a:defRPr>
            </a:lvl5pPr>
            <a:lvl6pPr algn="ctr">
              <a:defRPr sz="1620" b="1">
                <a:solidFill>
                  <a:srgbClr val="F5F7FB"/>
                </a:solidFill>
                <a:latin typeface="Arial"/>
                <a:ea typeface="Arial"/>
                <a:cs typeface="Arial"/>
              </a:defRPr>
            </a:lvl6pPr>
            <a:lvl7pPr algn="ctr">
              <a:defRPr sz="1620" b="1">
                <a:solidFill>
                  <a:srgbClr val="F5F7FB"/>
                </a:solidFill>
                <a:latin typeface="Arial"/>
                <a:ea typeface="Arial"/>
                <a:cs typeface="Arial"/>
              </a:defRPr>
            </a:lvl7pPr>
            <a:lvl8pPr algn="ctr">
              <a:defRPr sz="1620" b="1">
                <a:solidFill>
                  <a:srgbClr val="F5F7FB"/>
                </a:solidFill>
                <a:latin typeface="Arial"/>
                <a:ea typeface="Arial"/>
                <a:cs typeface="Arial"/>
              </a:defRPr>
            </a:lvl8pPr>
            <a:lvl9pPr algn="ctr">
              <a:defRPr sz="1620" b="1">
                <a:solidFill>
                  <a:srgbClr val="F5F7FB"/>
                </a:solidFill>
                <a:latin typeface="Arial"/>
                <a:ea typeface="Arial"/>
                <a:cs typeface="Arial"/>
              </a:defRPr>
            </a:lvl9pPr>
          </a:lstStyle>
          <a:p xmlns:a="http://schemas.openxmlformats.org/drawingml/2006/main">
            <a:pPr algn="ctr">
              <a:defRPr sz="1620" b="1">
                <a:solidFill>
                  <a:srgbClr val="F5F7FB"/>
                </a:solidFill>
                <a:latin typeface="Arial"/>
                <a:ea typeface="Arial"/>
                <a:cs typeface="Arial"/>
              </a:defRPr>
            </a:pPr>
            <a:r>
              <a:rPr sz="1620" b="1">
                <a:solidFill>
                  <a:srgbClr val="F5F7FB"/>
                </a:solidFill>
                <a:latin typeface="Arial"/>
                <a:ea typeface="Arial"/>
                <a:cs typeface="Arial"/>
              </a:rPr>
              <a:t>Asterisk / PJSIP</a:t>
            </a:r>
          </a:p>
          <a:p xmlns:a="http://schemas.openxmlformats.org/drawingml/2006/main">
            <a:pPr algn="ctr">
              <a:defRPr sz="1620" b="1">
                <a:solidFill>
                  <a:srgbClr val="F5F7FB"/>
                </a:solidFill>
                <a:latin typeface="Arial"/>
                <a:ea typeface="Arial"/>
                <a:cs typeface="Arial"/>
              </a:defRPr>
            </a:pPr>
            <a:r>
              <a:rPr sz="1620" b="1">
                <a:solidFill>
                  <a:srgbClr val="F5F7FB"/>
                </a:solidFill>
                <a:latin typeface="Arial"/>
                <a:ea typeface="Arial"/>
                <a:cs typeface="Arial"/>
              </a:rPr>
              <a:t>static IP</a:t>
            </a:r>
          </a:p>
        </p:txBody>
      </p:sp>
      <p:sp>
        <p:nvSpPr>
          <p:cNvPr id="6" name="router">
            <a:extLst xmlns:a="http://schemas.openxmlformats.org/drawingml/2006/main">
              <a:ext uri="{FF2B5EF4-FFF2-40B4-BE49-F238E27FC236}">
                <a16:creationId xmlns:a16="http://schemas.microsoft.com/office/drawing/2014/main" id="{14C9A549-E1A8-4762-A319-8ACBE823EAA0}"/>
              </a:ext>
            </a:extLst>
          </p:cNvPr>
          <p:cNvSpPr>
            <a:spLocks xmlns:a="http://schemas.openxmlformats.org/drawingml/2006/main" noGrp="1"/>
          </p:cNvSpPr>
          <p:nvPr/>
        </p:nvSpPr>
        <p:spPr>
          <a:xfrm xmlns:a="http://schemas.openxmlformats.org/drawingml/2006/main">
            <a:off x="4510088" y="4105275"/>
            <a:ext cx="2486025" cy="942975"/>
          </a:xfrm>
          <a:prstGeom xmlns:a="http://schemas.openxmlformats.org/drawingml/2006/main" prst="roundRect">
            <a:avLst>
              <a:gd name="adj" fmla="val 10101"/>
            </a:avLst>
          </a:prstGeom>
          <a:solidFill xmlns:a="http://schemas.openxmlformats.org/drawingml/2006/main">
            <a:srgbClr val="172841"/>
          </a:solidFill>
          <a:ln xmlns:a="http://schemas.openxmlformats.org/drawingml/2006/main" w="19050">
            <a:solidFill>
              <a:srgbClr val="F7CB64"/>
            </a:solidFill>
          </a:ln>
        </p:spPr>
        <p:txBody>
          <a:bodyPr xmlns:a="http://schemas.openxmlformats.org/drawingml/2006/main" lIns="76200" tIns="76200" rIns="76200" bIns="76200" anchor="ctr">
            <a:noAutofit/>
          </a:bodyPr>
          <a:lstStyle xmlns:a="http://schemas.openxmlformats.org/drawingml/2006/main">
            <a:defPPr algn="ctr">
              <a:defRPr sz="1620" b="1">
                <a:solidFill>
                  <a:srgbClr val="F5F7FB"/>
                </a:solidFill>
                <a:latin typeface="Arial"/>
                <a:ea typeface="Arial"/>
                <a:cs typeface="Arial"/>
              </a:defRPr>
            </a:defPPr>
            <a:lvl1pPr algn="ctr">
              <a:defRPr sz="1620" b="1">
                <a:solidFill>
                  <a:srgbClr val="F5F7FB"/>
                </a:solidFill>
                <a:latin typeface="Arial"/>
                <a:ea typeface="Arial"/>
                <a:cs typeface="Arial"/>
              </a:defRPr>
            </a:lvl1pPr>
            <a:lvl2pPr algn="ctr">
              <a:defRPr sz="1620" b="1">
                <a:solidFill>
                  <a:srgbClr val="F5F7FB"/>
                </a:solidFill>
                <a:latin typeface="Arial"/>
                <a:ea typeface="Arial"/>
                <a:cs typeface="Arial"/>
              </a:defRPr>
            </a:lvl2pPr>
            <a:lvl3pPr algn="ctr">
              <a:defRPr sz="1620" b="1">
                <a:solidFill>
                  <a:srgbClr val="F5F7FB"/>
                </a:solidFill>
                <a:latin typeface="Arial"/>
                <a:ea typeface="Arial"/>
                <a:cs typeface="Arial"/>
              </a:defRPr>
            </a:lvl3pPr>
            <a:lvl4pPr algn="ctr">
              <a:defRPr sz="1620" b="1">
                <a:solidFill>
                  <a:srgbClr val="F5F7FB"/>
                </a:solidFill>
                <a:latin typeface="Arial"/>
                <a:ea typeface="Arial"/>
                <a:cs typeface="Arial"/>
              </a:defRPr>
            </a:lvl4pPr>
            <a:lvl5pPr algn="ctr">
              <a:defRPr sz="1620" b="1">
                <a:solidFill>
                  <a:srgbClr val="F5F7FB"/>
                </a:solidFill>
                <a:latin typeface="Arial"/>
                <a:ea typeface="Arial"/>
                <a:cs typeface="Arial"/>
              </a:defRPr>
            </a:lvl5pPr>
            <a:lvl6pPr algn="ctr">
              <a:defRPr sz="1620" b="1">
                <a:solidFill>
                  <a:srgbClr val="F5F7FB"/>
                </a:solidFill>
                <a:latin typeface="Arial"/>
                <a:ea typeface="Arial"/>
                <a:cs typeface="Arial"/>
              </a:defRPr>
            </a:lvl6pPr>
            <a:lvl7pPr algn="ctr">
              <a:defRPr sz="1620" b="1">
                <a:solidFill>
                  <a:srgbClr val="F5F7FB"/>
                </a:solidFill>
                <a:latin typeface="Arial"/>
                <a:ea typeface="Arial"/>
                <a:cs typeface="Arial"/>
              </a:defRPr>
            </a:lvl7pPr>
            <a:lvl8pPr algn="ctr">
              <a:defRPr sz="1620" b="1">
                <a:solidFill>
                  <a:srgbClr val="F5F7FB"/>
                </a:solidFill>
                <a:latin typeface="Arial"/>
                <a:ea typeface="Arial"/>
                <a:cs typeface="Arial"/>
              </a:defRPr>
            </a:lvl8pPr>
            <a:lvl9pPr algn="ctr">
              <a:defRPr sz="1620" b="1">
                <a:solidFill>
                  <a:srgbClr val="F5F7FB"/>
                </a:solidFill>
                <a:latin typeface="Arial"/>
                <a:ea typeface="Arial"/>
                <a:cs typeface="Arial"/>
              </a:defRPr>
            </a:lvl9pPr>
          </a:lstStyle>
          <a:p xmlns:a="http://schemas.openxmlformats.org/drawingml/2006/main">
            <a:pPr algn="ctr">
              <a:defRPr sz="1620" b="1">
                <a:solidFill>
                  <a:srgbClr val="F5F7FB"/>
                </a:solidFill>
                <a:latin typeface="Arial"/>
                <a:ea typeface="Arial"/>
                <a:cs typeface="Arial"/>
              </a:defRPr>
            </a:pPr>
            <a:r>
              <a:rPr sz="1620" b="1">
                <a:solidFill>
                  <a:srgbClr val="F5F7FB"/>
                </a:solidFill>
                <a:latin typeface="Arial"/>
                <a:ea typeface="Arial"/>
                <a:cs typeface="Arial"/>
              </a:rPr>
              <a:t>Router</a:t>
            </a:r>
          </a:p>
          <a:p xmlns:a="http://schemas.openxmlformats.org/drawingml/2006/main">
            <a:pPr algn="ctr">
              <a:defRPr sz="1620" b="1">
                <a:solidFill>
                  <a:srgbClr val="F5F7FB"/>
                </a:solidFill>
                <a:latin typeface="Arial"/>
                <a:ea typeface="Arial"/>
                <a:cs typeface="Arial"/>
              </a:defRPr>
            </a:pPr>
            <a:r>
              <a:rPr sz="1620" b="1">
                <a:solidFill>
                  <a:srgbClr val="F5F7FB"/>
                </a:solidFill>
                <a:latin typeface="Arial"/>
                <a:ea typeface="Arial"/>
                <a:cs typeface="Arial"/>
              </a:rPr>
              <a:t>DHCP option 150</a:t>
            </a:r>
          </a:p>
        </p:txBody>
      </p:sp>
      <p:sp>
        <p:nvSpPr>
          <p:cNvPr id="7" name="tftp">
            <a:extLst xmlns:a="http://schemas.openxmlformats.org/drawingml/2006/main">
              <a:ext uri="{FF2B5EF4-FFF2-40B4-BE49-F238E27FC236}">
                <a16:creationId xmlns:a16="http://schemas.microsoft.com/office/drawing/2014/main" id="{A0832452-AE1B-4E30-898D-922419A829CB}"/>
              </a:ext>
            </a:extLst>
          </p:cNvPr>
          <p:cNvSpPr>
            <a:spLocks xmlns:a="http://schemas.openxmlformats.org/drawingml/2006/main" noGrp="1"/>
          </p:cNvSpPr>
          <p:nvPr/>
        </p:nvSpPr>
        <p:spPr>
          <a:xfrm xmlns:a="http://schemas.openxmlformats.org/drawingml/2006/main">
            <a:off x="995363" y="4105275"/>
            <a:ext cx="2271713" cy="942975"/>
          </a:xfrm>
          <a:prstGeom xmlns:a="http://schemas.openxmlformats.org/drawingml/2006/main" prst="roundRect">
            <a:avLst>
              <a:gd name="adj" fmla="val 10101"/>
            </a:avLst>
          </a:prstGeom>
          <a:solidFill xmlns:a="http://schemas.openxmlformats.org/drawingml/2006/main">
            <a:srgbClr val="172841"/>
          </a:solidFill>
          <a:ln xmlns:a="http://schemas.openxmlformats.org/drawingml/2006/main" w="19050">
            <a:solidFill>
              <a:srgbClr val="FF836D"/>
            </a:solidFill>
          </a:ln>
        </p:spPr>
        <p:txBody>
          <a:bodyPr xmlns:a="http://schemas.openxmlformats.org/drawingml/2006/main" lIns="76200" tIns="76200" rIns="76200" bIns="76200" anchor="ctr">
            <a:noAutofit/>
          </a:bodyPr>
          <a:lstStyle xmlns:a="http://schemas.openxmlformats.org/drawingml/2006/main">
            <a:defPPr algn="ctr">
              <a:defRPr sz="1620" b="1">
                <a:solidFill>
                  <a:srgbClr val="F5F7FB"/>
                </a:solidFill>
                <a:latin typeface="Arial"/>
                <a:ea typeface="Arial"/>
                <a:cs typeface="Arial"/>
              </a:defRPr>
            </a:defPPr>
            <a:lvl1pPr algn="ctr">
              <a:defRPr sz="1620" b="1">
                <a:solidFill>
                  <a:srgbClr val="F5F7FB"/>
                </a:solidFill>
                <a:latin typeface="Arial"/>
                <a:ea typeface="Arial"/>
                <a:cs typeface="Arial"/>
              </a:defRPr>
            </a:lvl1pPr>
            <a:lvl2pPr algn="ctr">
              <a:defRPr sz="1620" b="1">
                <a:solidFill>
                  <a:srgbClr val="F5F7FB"/>
                </a:solidFill>
                <a:latin typeface="Arial"/>
                <a:ea typeface="Arial"/>
                <a:cs typeface="Arial"/>
              </a:defRPr>
            </a:lvl2pPr>
            <a:lvl3pPr algn="ctr">
              <a:defRPr sz="1620" b="1">
                <a:solidFill>
                  <a:srgbClr val="F5F7FB"/>
                </a:solidFill>
                <a:latin typeface="Arial"/>
                <a:ea typeface="Arial"/>
                <a:cs typeface="Arial"/>
              </a:defRPr>
            </a:lvl3pPr>
            <a:lvl4pPr algn="ctr">
              <a:defRPr sz="1620" b="1">
                <a:solidFill>
                  <a:srgbClr val="F5F7FB"/>
                </a:solidFill>
                <a:latin typeface="Arial"/>
                <a:ea typeface="Arial"/>
                <a:cs typeface="Arial"/>
              </a:defRPr>
            </a:lvl4pPr>
            <a:lvl5pPr algn="ctr">
              <a:defRPr sz="1620" b="1">
                <a:solidFill>
                  <a:srgbClr val="F5F7FB"/>
                </a:solidFill>
                <a:latin typeface="Arial"/>
                <a:ea typeface="Arial"/>
                <a:cs typeface="Arial"/>
              </a:defRPr>
            </a:lvl5pPr>
            <a:lvl6pPr algn="ctr">
              <a:defRPr sz="1620" b="1">
                <a:solidFill>
                  <a:srgbClr val="F5F7FB"/>
                </a:solidFill>
                <a:latin typeface="Arial"/>
                <a:ea typeface="Arial"/>
                <a:cs typeface="Arial"/>
              </a:defRPr>
            </a:lvl6pPr>
            <a:lvl7pPr algn="ctr">
              <a:defRPr sz="1620" b="1">
                <a:solidFill>
                  <a:srgbClr val="F5F7FB"/>
                </a:solidFill>
                <a:latin typeface="Arial"/>
                <a:ea typeface="Arial"/>
                <a:cs typeface="Arial"/>
              </a:defRPr>
            </a:lvl7pPr>
            <a:lvl8pPr algn="ctr">
              <a:defRPr sz="1620" b="1">
                <a:solidFill>
                  <a:srgbClr val="F5F7FB"/>
                </a:solidFill>
                <a:latin typeface="Arial"/>
                <a:ea typeface="Arial"/>
                <a:cs typeface="Arial"/>
              </a:defRPr>
            </a:lvl8pPr>
            <a:lvl9pPr algn="ctr">
              <a:defRPr sz="1620" b="1">
                <a:solidFill>
                  <a:srgbClr val="F5F7FB"/>
                </a:solidFill>
                <a:latin typeface="Arial"/>
                <a:ea typeface="Arial"/>
                <a:cs typeface="Arial"/>
              </a:defRPr>
            </a:lvl9pPr>
          </a:lstStyle>
          <a:p xmlns:a="http://schemas.openxmlformats.org/drawingml/2006/main">
            <a:pPr algn="ctr">
              <a:defRPr sz="1620" b="1">
                <a:solidFill>
                  <a:srgbClr val="F5F7FB"/>
                </a:solidFill>
                <a:latin typeface="Arial"/>
                <a:ea typeface="Arial"/>
                <a:cs typeface="Arial"/>
              </a:defRPr>
            </a:pPr>
            <a:r>
              <a:rPr sz="1620" b="1">
                <a:solidFill>
                  <a:srgbClr val="F5F7FB"/>
                </a:solidFill>
                <a:latin typeface="Arial"/>
                <a:ea typeface="Arial"/>
                <a:cs typeface="Arial"/>
              </a:rPr>
              <a:t>Temporary TFTP</a:t>
            </a:r>
          </a:p>
          <a:p xmlns:a="http://schemas.openxmlformats.org/drawingml/2006/main">
            <a:pPr algn="ctr">
              <a:defRPr sz="1620" b="1">
                <a:solidFill>
                  <a:srgbClr val="F5F7FB"/>
                </a:solidFill>
                <a:latin typeface="Arial"/>
                <a:ea typeface="Arial"/>
                <a:cs typeface="Arial"/>
              </a:defRPr>
            </a:pPr>
            <a:r>
              <a:rPr sz="1620" b="1">
                <a:solidFill>
                  <a:srgbClr val="F5F7FB"/>
                </a:solidFill>
                <a:latin typeface="Arial"/>
                <a:ea typeface="Arial"/>
                <a:cs typeface="Arial"/>
              </a:rPr>
              <a:t>firmware and XML</a:t>
            </a:r>
          </a:p>
        </p:txBody>
      </p:sp>
      <p:sp>
        <p:nvSpPr>
          <p:cNvPr id="8" name="ha">
            <a:extLst xmlns:a="http://schemas.openxmlformats.org/drawingml/2006/main">
              <a:ext uri="{FF2B5EF4-FFF2-40B4-BE49-F238E27FC236}">
                <a16:creationId xmlns:a16="http://schemas.microsoft.com/office/drawing/2014/main" id="{D0DC0309-3D28-4EEA-A004-2426AAF154DE}"/>
              </a:ext>
            </a:extLst>
          </p:cNvPr>
          <p:cNvSpPr>
            <a:spLocks xmlns:a="http://schemas.openxmlformats.org/drawingml/2006/main" noGrp="1"/>
          </p:cNvSpPr>
          <p:nvPr/>
        </p:nvSpPr>
        <p:spPr>
          <a:xfrm xmlns:a="http://schemas.openxmlformats.org/drawingml/2006/main">
            <a:off x="8324850" y="4105275"/>
            <a:ext cx="2828925" cy="942975"/>
          </a:xfrm>
          <a:prstGeom xmlns:a="http://schemas.openxmlformats.org/drawingml/2006/main" prst="roundRect">
            <a:avLst>
              <a:gd name="adj" fmla="val 10101"/>
            </a:avLst>
          </a:prstGeom>
          <a:solidFill xmlns:a="http://schemas.openxmlformats.org/drawingml/2006/main">
            <a:srgbClr val="172841"/>
          </a:solidFill>
          <a:ln xmlns:a="http://schemas.openxmlformats.org/drawingml/2006/main" w="19050">
            <a:solidFill>
              <a:srgbClr val="F7CB64"/>
            </a:solidFill>
          </a:ln>
        </p:spPr>
        <p:txBody>
          <a:bodyPr xmlns:a="http://schemas.openxmlformats.org/drawingml/2006/main" lIns="76200" tIns="76200" rIns="76200" bIns="76200" anchor="ctr">
            <a:noAutofit/>
          </a:bodyPr>
          <a:lstStyle xmlns:a="http://schemas.openxmlformats.org/drawingml/2006/main">
            <a:defPPr algn="ctr">
              <a:defRPr sz="1620" b="1">
                <a:solidFill>
                  <a:srgbClr val="F5F7FB"/>
                </a:solidFill>
                <a:latin typeface="Arial"/>
                <a:ea typeface="Arial"/>
                <a:cs typeface="Arial"/>
              </a:defRPr>
            </a:defPPr>
            <a:lvl1pPr algn="ctr">
              <a:defRPr sz="1620" b="1">
                <a:solidFill>
                  <a:srgbClr val="F5F7FB"/>
                </a:solidFill>
                <a:latin typeface="Arial"/>
                <a:ea typeface="Arial"/>
                <a:cs typeface="Arial"/>
              </a:defRPr>
            </a:lvl1pPr>
            <a:lvl2pPr algn="ctr">
              <a:defRPr sz="1620" b="1">
                <a:solidFill>
                  <a:srgbClr val="F5F7FB"/>
                </a:solidFill>
                <a:latin typeface="Arial"/>
                <a:ea typeface="Arial"/>
                <a:cs typeface="Arial"/>
              </a:defRPr>
            </a:lvl2pPr>
            <a:lvl3pPr algn="ctr">
              <a:defRPr sz="1620" b="1">
                <a:solidFill>
                  <a:srgbClr val="F5F7FB"/>
                </a:solidFill>
                <a:latin typeface="Arial"/>
                <a:ea typeface="Arial"/>
                <a:cs typeface="Arial"/>
              </a:defRPr>
            </a:lvl3pPr>
            <a:lvl4pPr algn="ctr">
              <a:defRPr sz="1620" b="1">
                <a:solidFill>
                  <a:srgbClr val="F5F7FB"/>
                </a:solidFill>
                <a:latin typeface="Arial"/>
                <a:ea typeface="Arial"/>
                <a:cs typeface="Arial"/>
              </a:defRPr>
            </a:lvl4pPr>
            <a:lvl5pPr algn="ctr">
              <a:defRPr sz="1620" b="1">
                <a:solidFill>
                  <a:srgbClr val="F5F7FB"/>
                </a:solidFill>
                <a:latin typeface="Arial"/>
                <a:ea typeface="Arial"/>
                <a:cs typeface="Arial"/>
              </a:defRPr>
            </a:lvl5pPr>
            <a:lvl6pPr algn="ctr">
              <a:defRPr sz="1620" b="1">
                <a:solidFill>
                  <a:srgbClr val="F5F7FB"/>
                </a:solidFill>
                <a:latin typeface="Arial"/>
                <a:ea typeface="Arial"/>
                <a:cs typeface="Arial"/>
              </a:defRPr>
            </a:lvl6pPr>
            <a:lvl7pPr algn="ctr">
              <a:defRPr sz="1620" b="1">
                <a:solidFill>
                  <a:srgbClr val="F5F7FB"/>
                </a:solidFill>
                <a:latin typeface="Arial"/>
                <a:ea typeface="Arial"/>
                <a:cs typeface="Arial"/>
              </a:defRPr>
            </a:lvl7pPr>
            <a:lvl8pPr algn="ctr">
              <a:defRPr sz="1620" b="1">
                <a:solidFill>
                  <a:srgbClr val="F5F7FB"/>
                </a:solidFill>
                <a:latin typeface="Arial"/>
                <a:ea typeface="Arial"/>
                <a:cs typeface="Arial"/>
              </a:defRPr>
            </a:lvl8pPr>
            <a:lvl9pPr algn="ctr">
              <a:defRPr sz="1620" b="1">
                <a:solidFill>
                  <a:srgbClr val="F5F7FB"/>
                </a:solidFill>
                <a:latin typeface="Arial"/>
                <a:ea typeface="Arial"/>
                <a:cs typeface="Arial"/>
              </a:defRPr>
            </a:lvl9pPr>
          </a:lstStyle>
          <a:p xmlns:a="http://schemas.openxmlformats.org/drawingml/2006/main">
            <a:pPr algn="ctr">
              <a:defRPr sz="1620" b="1">
                <a:solidFill>
                  <a:srgbClr val="F5F7FB"/>
                </a:solidFill>
                <a:latin typeface="Arial"/>
                <a:ea typeface="Arial"/>
                <a:cs typeface="Arial"/>
              </a:defRPr>
            </a:pPr>
            <a:r>
              <a:rPr sz="1620" b="1">
                <a:solidFill>
                  <a:srgbClr val="F5F7FB"/>
                </a:solidFill>
                <a:latin typeface="Arial"/>
                <a:ea typeface="Arial"/>
                <a:cs typeface="Arial"/>
              </a:rPr>
              <a:t>Home Assistant</a:t>
            </a:r>
          </a:p>
          <a:p xmlns:a="http://schemas.openxmlformats.org/drawingml/2006/main">
            <a:pPr algn="ctr">
              <a:defRPr sz="1620" b="1">
                <a:solidFill>
                  <a:srgbClr val="F5F7FB"/>
                </a:solidFill>
                <a:latin typeface="Arial"/>
                <a:ea typeface="Arial"/>
                <a:cs typeface="Arial"/>
              </a:defRPr>
            </a:pPr>
            <a:r>
              <a:rPr sz="1620" b="1">
                <a:solidFill>
                  <a:srgbClr val="F5F7FB"/>
                </a:solidFill>
                <a:latin typeface="Arial"/>
                <a:ea typeface="Arial"/>
                <a:cs typeface="Arial"/>
              </a:rPr>
              <a:t>AMI + VoIP / Assist</a:t>
            </a:r>
          </a:p>
        </p:txBody>
      </p:sp>
      <p:sp>
        <p:nvSpPr>
          <p:cNvPr id="10" name="Ethernet">
            <a:extLst xmlns:a="http://schemas.openxmlformats.org/drawingml/2006/main">
              <a:ext uri="{FF2B5EF4-FFF2-40B4-BE49-F238E27FC236}">
                <a16:creationId xmlns:a16="http://schemas.microsoft.com/office/drawing/2014/main" id="{EAC41EA3-011E-45E2-992C-E7E46B4AF3D1}"/>
              </a:ext>
            </a:extLst>
          </p:cNvPr>
          <p:cNvSpPr>
            <a:spLocks xmlns:a="http://schemas.openxmlformats.org/drawingml/2006/main" noGrp="1"/>
          </p:cNvSpPr>
          <p:nvPr/>
        </p:nvSpPr>
        <p:spPr>
          <a:xfrm xmlns:a="http://schemas.openxmlformats.org/drawingml/2006/main">
            <a:off x="2983706" y="2086928"/>
            <a:ext cx="1809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b="0">
                <a:solidFill>
                  <a:srgbClr val="48DDCC"/>
                </a:solidFill>
                <a:latin typeface="Arial"/>
                <a:ea typeface="Arial"/>
                <a:cs typeface="Arial"/>
              </a:defRPr>
            </a:defPPr>
            <a:lvl1pPr algn="ctr">
              <a:defRPr sz="1350" b="0">
                <a:solidFill>
                  <a:srgbClr val="48DDCC"/>
                </a:solidFill>
                <a:latin typeface="Arial"/>
                <a:ea typeface="Arial"/>
                <a:cs typeface="Arial"/>
              </a:defRPr>
            </a:lvl1pPr>
            <a:lvl2pPr algn="ctr">
              <a:defRPr sz="1350" b="0">
                <a:solidFill>
                  <a:srgbClr val="48DDCC"/>
                </a:solidFill>
                <a:latin typeface="Arial"/>
                <a:ea typeface="Arial"/>
                <a:cs typeface="Arial"/>
              </a:defRPr>
            </a:lvl2pPr>
            <a:lvl3pPr algn="ctr">
              <a:defRPr sz="1350" b="0">
                <a:solidFill>
                  <a:srgbClr val="48DDCC"/>
                </a:solidFill>
                <a:latin typeface="Arial"/>
                <a:ea typeface="Arial"/>
                <a:cs typeface="Arial"/>
              </a:defRPr>
            </a:lvl3pPr>
            <a:lvl4pPr algn="ctr">
              <a:defRPr sz="1350" b="0">
                <a:solidFill>
                  <a:srgbClr val="48DDCC"/>
                </a:solidFill>
                <a:latin typeface="Arial"/>
                <a:ea typeface="Arial"/>
                <a:cs typeface="Arial"/>
              </a:defRPr>
            </a:lvl4pPr>
            <a:lvl5pPr algn="ctr">
              <a:defRPr sz="1350" b="0">
                <a:solidFill>
                  <a:srgbClr val="48DDCC"/>
                </a:solidFill>
                <a:latin typeface="Arial"/>
                <a:ea typeface="Arial"/>
                <a:cs typeface="Arial"/>
              </a:defRPr>
            </a:lvl5pPr>
            <a:lvl6pPr algn="ctr">
              <a:defRPr sz="1350" b="0">
                <a:solidFill>
                  <a:srgbClr val="48DDCC"/>
                </a:solidFill>
                <a:latin typeface="Arial"/>
                <a:ea typeface="Arial"/>
                <a:cs typeface="Arial"/>
              </a:defRPr>
            </a:lvl6pPr>
            <a:lvl7pPr algn="ctr">
              <a:defRPr sz="1350" b="0">
                <a:solidFill>
                  <a:srgbClr val="48DDCC"/>
                </a:solidFill>
                <a:latin typeface="Arial"/>
                <a:ea typeface="Arial"/>
                <a:cs typeface="Arial"/>
              </a:defRPr>
            </a:lvl7pPr>
            <a:lvl8pPr algn="ctr">
              <a:defRPr sz="1350" b="0">
                <a:solidFill>
                  <a:srgbClr val="48DDCC"/>
                </a:solidFill>
                <a:latin typeface="Arial"/>
                <a:ea typeface="Arial"/>
                <a:cs typeface="Arial"/>
              </a:defRPr>
            </a:lvl8pPr>
            <a:lvl9pPr algn="ctr">
              <a:defRPr sz="1350" b="0">
                <a:solidFill>
                  <a:srgbClr val="48DDCC"/>
                </a:solidFill>
                <a:latin typeface="Arial"/>
                <a:ea typeface="Arial"/>
                <a:cs typeface="Arial"/>
              </a:defRPr>
            </a:lvl9pPr>
          </a:lstStyle>
          <a:p xmlns:a="http://schemas.openxmlformats.org/drawingml/2006/main">
            <a:pPr algn="ctr">
              <a:defRPr sz="1350" b="0">
                <a:solidFill>
                  <a:srgbClr val="48DDCC"/>
                </a:solidFill>
                <a:latin typeface="Arial"/>
                <a:ea typeface="Arial"/>
                <a:cs typeface="Arial"/>
              </a:defRPr>
            </a:pPr>
            <a:r>
              <a:rPr sz="1350" b="0">
                <a:solidFill>
                  <a:srgbClr val="48DDCC"/>
                </a:solidFill>
                <a:latin typeface="Arial"/>
                <a:ea typeface="Arial"/>
                <a:cs typeface="Arial"/>
              </a:rPr>
              <a:t>Ethernet</a:t>
            </a:r>
          </a:p>
        </p:txBody>
      </p:sp>
      <p:sp>
        <p:nvSpPr>
          <p:cNvPr id="12" name="SIP / RTP">
            <a:extLst xmlns:a="http://schemas.openxmlformats.org/drawingml/2006/main">
              <a:ext uri="{FF2B5EF4-FFF2-40B4-BE49-F238E27FC236}">
                <a16:creationId xmlns:a16="http://schemas.microsoft.com/office/drawing/2014/main" id="{86BD28A4-C9FC-48CF-B2B5-A184678E25AA}"/>
              </a:ext>
            </a:extLst>
          </p:cNvPr>
          <p:cNvSpPr>
            <a:spLocks xmlns:a="http://schemas.openxmlformats.org/drawingml/2006/main" noGrp="1"/>
          </p:cNvSpPr>
          <p:nvPr/>
        </p:nvSpPr>
        <p:spPr>
          <a:xfrm xmlns:a="http://schemas.openxmlformats.org/drawingml/2006/main">
            <a:off x="6755606" y="2086928"/>
            <a:ext cx="1809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b="0">
                <a:solidFill>
                  <a:srgbClr val="48DDCC"/>
                </a:solidFill>
                <a:latin typeface="Arial"/>
                <a:ea typeface="Arial"/>
                <a:cs typeface="Arial"/>
              </a:defRPr>
            </a:defPPr>
            <a:lvl1pPr algn="ctr">
              <a:defRPr sz="1350" b="0">
                <a:solidFill>
                  <a:srgbClr val="48DDCC"/>
                </a:solidFill>
                <a:latin typeface="Arial"/>
                <a:ea typeface="Arial"/>
                <a:cs typeface="Arial"/>
              </a:defRPr>
            </a:lvl1pPr>
            <a:lvl2pPr algn="ctr">
              <a:defRPr sz="1350" b="0">
                <a:solidFill>
                  <a:srgbClr val="48DDCC"/>
                </a:solidFill>
                <a:latin typeface="Arial"/>
                <a:ea typeface="Arial"/>
                <a:cs typeface="Arial"/>
              </a:defRPr>
            </a:lvl2pPr>
            <a:lvl3pPr algn="ctr">
              <a:defRPr sz="1350" b="0">
                <a:solidFill>
                  <a:srgbClr val="48DDCC"/>
                </a:solidFill>
                <a:latin typeface="Arial"/>
                <a:ea typeface="Arial"/>
                <a:cs typeface="Arial"/>
              </a:defRPr>
            </a:lvl3pPr>
            <a:lvl4pPr algn="ctr">
              <a:defRPr sz="1350" b="0">
                <a:solidFill>
                  <a:srgbClr val="48DDCC"/>
                </a:solidFill>
                <a:latin typeface="Arial"/>
                <a:ea typeface="Arial"/>
                <a:cs typeface="Arial"/>
              </a:defRPr>
            </a:lvl4pPr>
            <a:lvl5pPr algn="ctr">
              <a:defRPr sz="1350" b="0">
                <a:solidFill>
                  <a:srgbClr val="48DDCC"/>
                </a:solidFill>
                <a:latin typeface="Arial"/>
                <a:ea typeface="Arial"/>
                <a:cs typeface="Arial"/>
              </a:defRPr>
            </a:lvl5pPr>
            <a:lvl6pPr algn="ctr">
              <a:defRPr sz="1350" b="0">
                <a:solidFill>
                  <a:srgbClr val="48DDCC"/>
                </a:solidFill>
                <a:latin typeface="Arial"/>
                <a:ea typeface="Arial"/>
                <a:cs typeface="Arial"/>
              </a:defRPr>
            </a:lvl6pPr>
            <a:lvl7pPr algn="ctr">
              <a:defRPr sz="1350" b="0">
                <a:solidFill>
                  <a:srgbClr val="48DDCC"/>
                </a:solidFill>
                <a:latin typeface="Arial"/>
                <a:ea typeface="Arial"/>
                <a:cs typeface="Arial"/>
              </a:defRPr>
            </a:lvl7pPr>
            <a:lvl8pPr algn="ctr">
              <a:defRPr sz="1350" b="0">
                <a:solidFill>
                  <a:srgbClr val="48DDCC"/>
                </a:solidFill>
                <a:latin typeface="Arial"/>
                <a:ea typeface="Arial"/>
                <a:cs typeface="Arial"/>
              </a:defRPr>
            </a:lvl8pPr>
            <a:lvl9pPr algn="ctr">
              <a:defRPr sz="1350" b="0">
                <a:solidFill>
                  <a:srgbClr val="48DDCC"/>
                </a:solidFill>
                <a:latin typeface="Arial"/>
                <a:ea typeface="Arial"/>
                <a:cs typeface="Arial"/>
              </a:defRPr>
            </a:lvl9pPr>
          </a:lstStyle>
          <a:p xmlns:a="http://schemas.openxmlformats.org/drawingml/2006/main">
            <a:pPr algn="ctr">
              <a:defRPr sz="1350" b="0">
                <a:solidFill>
                  <a:srgbClr val="48DDCC"/>
                </a:solidFill>
                <a:latin typeface="Arial"/>
                <a:ea typeface="Arial"/>
                <a:cs typeface="Arial"/>
              </a:defRPr>
            </a:pPr>
            <a:r>
              <a:rPr sz="1350" b="0">
                <a:solidFill>
                  <a:srgbClr val="48DDCC"/>
                </a:solidFill>
                <a:latin typeface="Arial"/>
                <a:ea typeface="Arial"/>
                <a:cs typeface="Arial"/>
              </a:rPr>
              <a:t>SIP / RTP</a:t>
            </a:r>
          </a:p>
        </p:txBody>
      </p:sp>
      <p:sp>
        <p:nvSpPr>
          <p:cNvPr id="14" name="DHCP">
            <a:extLst xmlns:a="http://schemas.openxmlformats.org/drawingml/2006/main">
              <a:ext uri="{FF2B5EF4-FFF2-40B4-BE49-F238E27FC236}">
                <a16:creationId xmlns:a16="http://schemas.microsoft.com/office/drawing/2014/main" id="{B40A37B3-5CEE-47ED-83AF-31BC8CAC8CA6}"/>
              </a:ext>
            </a:extLst>
          </p:cNvPr>
          <p:cNvSpPr>
            <a:spLocks xmlns:a="http://schemas.openxmlformats.org/drawingml/2006/main" noGrp="1"/>
          </p:cNvSpPr>
          <p:nvPr/>
        </p:nvSpPr>
        <p:spPr>
          <a:xfrm xmlns:a="http://schemas.openxmlformats.org/drawingml/2006/main">
            <a:off x="5405438" y="3398520"/>
            <a:ext cx="1809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b="0">
                <a:solidFill>
                  <a:srgbClr val="F7CB64"/>
                </a:solidFill>
                <a:latin typeface="Arial"/>
                <a:ea typeface="Arial"/>
                <a:cs typeface="Arial"/>
              </a:defRPr>
            </a:defPPr>
            <a:lvl1pPr algn="ctr">
              <a:defRPr sz="1350" b="0">
                <a:solidFill>
                  <a:srgbClr val="F7CB64"/>
                </a:solidFill>
                <a:latin typeface="Arial"/>
                <a:ea typeface="Arial"/>
                <a:cs typeface="Arial"/>
              </a:defRPr>
            </a:lvl1pPr>
            <a:lvl2pPr algn="ctr">
              <a:defRPr sz="1350" b="0">
                <a:solidFill>
                  <a:srgbClr val="F7CB64"/>
                </a:solidFill>
                <a:latin typeface="Arial"/>
                <a:ea typeface="Arial"/>
                <a:cs typeface="Arial"/>
              </a:defRPr>
            </a:lvl2pPr>
            <a:lvl3pPr algn="ctr">
              <a:defRPr sz="1350" b="0">
                <a:solidFill>
                  <a:srgbClr val="F7CB64"/>
                </a:solidFill>
                <a:latin typeface="Arial"/>
                <a:ea typeface="Arial"/>
                <a:cs typeface="Arial"/>
              </a:defRPr>
            </a:lvl3pPr>
            <a:lvl4pPr algn="ctr">
              <a:defRPr sz="1350" b="0">
                <a:solidFill>
                  <a:srgbClr val="F7CB64"/>
                </a:solidFill>
                <a:latin typeface="Arial"/>
                <a:ea typeface="Arial"/>
                <a:cs typeface="Arial"/>
              </a:defRPr>
            </a:lvl4pPr>
            <a:lvl5pPr algn="ctr">
              <a:defRPr sz="1350" b="0">
                <a:solidFill>
                  <a:srgbClr val="F7CB64"/>
                </a:solidFill>
                <a:latin typeface="Arial"/>
                <a:ea typeface="Arial"/>
                <a:cs typeface="Arial"/>
              </a:defRPr>
            </a:lvl5pPr>
            <a:lvl6pPr algn="ctr">
              <a:defRPr sz="1350" b="0">
                <a:solidFill>
                  <a:srgbClr val="F7CB64"/>
                </a:solidFill>
                <a:latin typeface="Arial"/>
                <a:ea typeface="Arial"/>
                <a:cs typeface="Arial"/>
              </a:defRPr>
            </a:lvl6pPr>
            <a:lvl7pPr algn="ctr">
              <a:defRPr sz="1350" b="0">
                <a:solidFill>
                  <a:srgbClr val="F7CB64"/>
                </a:solidFill>
                <a:latin typeface="Arial"/>
                <a:ea typeface="Arial"/>
                <a:cs typeface="Arial"/>
              </a:defRPr>
            </a:lvl7pPr>
            <a:lvl8pPr algn="ctr">
              <a:defRPr sz="1350" b="0">
                <a:solidFill>
                  <a:srgbClr val="F7CB64"/>
                </a:solidFill>
                <a:latin typeface="Arial"/>
                <a:ea typeface="Arial"/>
                <a:cs typeface="Arial"/>
              </a:defRPr>
            </a:lvl8pPr>
            <a:lvl9pPr algn="ctr">
              <a:defRPr sz="1350" b="0">
                <a:solidFill>
                  <a:srgbClr val="F7CB64"/>
                </a:solidFill>
                <a:latin typeface="Arial"/>
                <a:ea typeface="Arial"/>
                <a:cs typeface="Arial"/>
              </a:defRPr>
            </a:lvl9pPr>
          </a:lstStyle>
          <a:p xmlns:a="http://schemas.openxmlformats.org/drawingml/2006/main">
            <a:pPr algn="ctr">
              <a:defRPr sz="1350" b="0">
                <a:solidFill>
                  <a:srgbClr val="F7CB64"/>
                </a:solidFill>
                <a:latin typeface="Arial"/>
                <a:ea typeface="Arial"/>
                <a:cs typeface="Arial"/>
              </a:defRPr>
            </a:pPr>
            <a:r>
              <a:rPr sz="1350" b="0">
                <a:solidFill>
                  <a:srgbClr val="F7CB64"/>
                </a:solidFill>
                <a:latin typeface="Arial"/>
                <a:ea typeface="Arial"/>
                <a:cs typeface="Arial"/>
              </a:rPr>
              <a:t>DHCP</a:t>
            </a:r>
          </a:p>
        </p:txBody>
      </p:sp>
      <p:sp>
        <p:nvSpPr>
          <p:cNvPr id="16" name="download">
            <a:extLst xmlns:a="http://schemas.openxmlformats.org/drawingml/2006/main">
              <a:ext uri="{FF2B5EF4-FFF2-40B4-BE49-F238E27FC236}">
                <a16:creationId xmlns:a16="http://schemas.microsoft.com/office/drawing/2014/main" id="{2230D507-3948-4EAA-8CAE-CB81B7963378}"/>
              </a:ext>
            </a:extLst>
          </p:cNvPr>
          <p:cNvSpPr>
            <a:spLocks xmlns:a="http://schemas.openxmlformats.org/drawingml/2006/main" noGrp="1"/>
          </p:cNvSpPr>
          <p:nvPr/>
        </p:nvSpPr>
        <p:spPr>
          <a:xfrm xmlns:a="http://schemas.openxmlformats.org/drawingml/2006/main">
            <a:off x="1719263" y="3398520"/>
            <a:ext cx="1809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b="0">
                <a:solidFill>
                  <a:srgbClr val="FF836D"/>
                </a:solidFill>
                <a:latin typeface="Arial"/>
                <a:ea typeface="Arial"/>
                <a:cs typeface="Arial"/>
              </a:defRPr>
            </a:defPPr>
            <a:lvl1pPr algn="ctr">
              <a:defRPr sz="1350" b="0">
                <a:solidFill>
                  <a:srgbClr val="FF836D"/>
                </a:solidFill>
                <a:latin typeface="Arial"/>
                <a:ea typeface="Arial"/>
                <a:cs typeface="Arial"/>
              </a:defRPr>
            </a:lvl1pPr>
            <a:lvl2pPr algn="ctr">
              <a:defRPr sz="1350" b="0">
                <a:solidFill>
                  <a:srgbClr val="FF836D"/>
                </a:solidFill>
                <a:latin typeface="Arial"/>
                <a:ea typeface="Arial"/>
                <a:cs typeface="Arial"/>
              </a:defRPr>
            </a:lvl2pPr>
            <a:lvl3pPr algn="ctr">
              <a:defRPr sz="1350" b="0">
                <a:solidFill>
                  <a:srgbClr val="FF836D"/>
                </a:solidFill>
                <a:latin typeface="Arial"/>
                <a:ea typeface="Arial"/>
                <a:cs typeface="Arial"/>
              </a:defRPr>
            </a:lvl3pPr>
            <a:lvl4pPr algn="ctr">
              <a:defRPr sz="1350" b="0">
                <a:solidFill>
                  <a:srgbClr val="FF836D"/>
                </a:solidFill>
                <a:latin typeface="Arial"/>
                <a:ea typeface="Arial"/>
                <a:cs typeface="Arial"/>
              </a:defRPr>
            </a:lvl4pPr>
            <a:lvl5pPr algn="ctr">
              <a:defRPr sz="1350" b="0">
                <a:solidFill>
                  <a:srgbClr val="FF836D"/>
                </a:solidFill>
                <a:latin typeface="Arial"/>
                <a:ea typeface="Arial"/>
                <a:cs typeface="Arial"/>
              </a:defRPr>
            </a:lvl5pPr>
            <a:lvl6pPr algn="ctr">
              <a:defRPr sz="1350" b="0">
                <a:solidFill>
                  <a:srgbClr val="FF836D"/>
                </a:solidFill>
                <a:latin typeface="Arial"/>
                <a:ea typeface="Arial"/>
                <a:cs typeface="Arial"/>
              </a:defRPr>
            </a:lvl6pPr>
            <a:lvl7pPr algn="ctr">
              <a:defRPr sz="1350" b="0">
                <a:solidFill>
                  <a:srgbClr val="FF836D"/>
                </a:solidFill>
                <a:latin typeface="Arial"/>
                <a:ea typeface="Arial"/>
                <a:cs typeface="Arial"/>
              </a:defRPr>
            </a:lvl7pPr>
            <a:lvl8pPr algn="ctr">
              <a:defRPr sz="1350" b="0">
                <a:solidFill>
                  <a:srgbClr val="FF836D"/>
                </a:solidFill>
                <a:latin typeface="Arial"/>
                <a:ea typeface="Arial"/>
                <a:cs typeface="Arial"/>
              </a:defRPr>
            </a:lvl8pPr>
            <a:lvl9pPr algn="ctr">
              <a:defRPr sz="1350" b="0">
                <a:solidFill>
                  <a:srgbClr val="FF836D"/>
                </a:solidFill>
                <a:latin typeface="Arial"/>
                <a:ea typeface="Arial"/>
                <a:cs typeface="Arial"/>
              </a:defRPr>
            </a:lvl9pPr>
          </a:lstStyle>
          <a:p xmlns:a="http://schemas.openxmlformats.org/drawingml/2006/main">
            <a:pPr algn="ctr">
              <a:defRPr sz="1350" b="0">
                <a:solidFill>
                  <a:srgbClr val="FF836D"/>
                </a:solidFill>
                <a:latin typeface="Arial"/>
                <a:ea typeface="Arial"/>
                <a:cs typeface="Arial"/>
              </a:defRPr>
            </a:pPr>
            <a:r>
              <a:rPr sz="1350" b="0">
                <a:solidFill>
                  <a:srgbClr val="FF836D"/>
                </a:solidFill>
                <a:latin typeface="Arial"/>
                <a:ea typeface="Arial"/>
                <a:cs typeface="Arial"/>
              </a:rPr>
              <a:t>download</a:t>
            </a:r>
          </a:p>
        </p:txBody>
      </p:sp>
      <p:sp>
        <p:nvSpPr>
          <p:cNvPr id="18" name="AMI&#10;SIP / RTP">
            <a:extLst xmlns:a="http://schemas.openxmlformats.org/drawingml/2006/main">
              <a:ext uri="{FF2B5EF4-FFF2-40B4-BE49-F238E27FC236}">
                <a16:creationId xmlns:a16="http://schemas.microsoft.com/office/drawing/2014/main" id="{0073C45F-802E-480C-B5DA-AEE5C975C717}"/>
              </a:ext>
            </a:extLst>
          </p:cNvPr>
          <p:cNvSpPr>
            <a:spLocks xmlns:a="http://schemas.openxmlformats.org/drawingml/2006/main" noGrp="1"/>
          </p:cNvSpPr>
          <p:nvPr/>
        </p:nvSpPr>
        <p:spPr>
          <a:xfrm xmlns:a="http://schemas.openxmlformats.org/drawingml/2006/main">
            <a:off x="9648825" y="3209925"/>
            <a:ext cx="1809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b="0">
                <a:solidFill>
                  <a:srgbClr val="F7CB64"/>
                </a:solidFill>
                <a:latin typeface="Arial"/>
                <a:ea typeface="Arial"/>
                <a:cs typeface="Arial"/>
              </a:defRPr>
            </a:defPPr>
            <a:lvl1pPr algn="ctr">
              <a:defRPr sz="1350" b="0">
                <a:solidFill>
                  <a:srgbClr val="F7CB64"/>
                </a:solidFill>
                <a:latin typeface="Arial"/>
                <a:ea typeface="Arial"/>
                <a:cs typeface="Arial"/>
              </a:defRPr>
            </a:lvl1pPr>
            <a:lvl2pPr algn="ctr">
              <a:defRPr sz="1350" b="0">
                <a:solidFill>
                  <a:srgbClr val="F7CB64"/>
                </a:solidFill>
                <a:latin typeface="Arial"/>
                <a:ea typeface="Arial"/>
                <a:cs typeface="Arial"/>
              </a:defRPr>
            </a:lvl2pPr>
            <a:lvl3pPr algn="ctr">
              <a:defRPr sz="1350" b="0">
                <a:solidFill>
                  <a:srgbClr val="F7CB64"/>
                </a:solidFill>
                <a:latin typeface="Arial"/>
                <a:ea typeface="Arial"/>
                <a:cs typeface="Arial"/>
              </a:defRPr>
            </a:lvl3pPr>
            <a:lvl4pPr algn="ctr">
              <a:defRPr sz="1350" b="0">
                <a:solidFill>
                  <a:srgbClr val="F7CB64"/>
                </a:solidFill>
                <a:latin typeface="Arial"/>
                <a:ea typeface="Arial"/>
                <a:cs typeface="Arial"/>
              </a:defRPr>
            </a:lvl4pPr>
            <a:lvl5pPr algn="ctr">
              <a:defRPr sz="1350" b="0">
                <a:solidFill>
                  <a:srgbClr val="F7CB64"/>
                </a:solidFill>
                <a:latin typeface="Arial"/>
                <a:ea typeface="Arial"/>
                <a:cs typeface="Arial"/>
              </a:defRPr>
            </a:lvl5pPr>
            <a:lvl6pPr algn="ctr">
              <a:defRPr sz="1350" b="0">
                <a:solidFill>
                  <a:srgbClr val="F7CB64"/>
                </a:solidFill>
                <a:latin typeface="Arial"/>
                <a:ea typeface="Arial"/>
                <a:cs typeface="Arial"/>
              </a:defRPr>
            </a:lvl6pPr>
            <a:lvl7pPr algn="ctr">
              <a:defRPr sz="1350" b="0">
                <a:solidFill>
                  <a:srgbClr val="F7CB64"/>
                </a:solidFill>
                <a:latin typeface="Arial"/>
                <a:ea typeface="Arial"/>
                <a:cs typeface="Arial"/>
              </a:defRPr>
            </a:lvl7pPr>
            <a:lvl8pPr algn="ctr">
              <a:defRPr sz="1350" b="0">
                <a:solidFill>
                  <a:srgbClr val="F7CB64"/>
                </a:solidFill>
                <a:latin typeface="Arial"/>
                <a:ea typeface="Arial"/>
                <a:cs typeface="Arial"/>
              </a:defRPr>
            </a:lvl8pPr>
            <a:lvl9pPr algn="ctr">
              <a:defRPr sz="1350" b="0">
                <a:solidFill>
                  <a:srgbClr val="F7CB64"/>
                </a:solidFill>
                <a:latin typeface="Arial"/>
                <a:ea typeface="Arial"/>
                <a:cs typeface="Arial"/>
              </a:defRPr>
            </a:lvl9pPr>
          </a:lstStyle>
          <a:p xmlns:a="http://schemas.openxmlformats.org/drawingml/2006/main">
            <a:pPr algn="ctr">
              <a:defRPr sz="1350" b="0">
                <a:solidFill>
                  <a:srgbClr val="F7CB64"/>
                </a:solidFill>
                <a:latin typeface="Arial"/>
                <a:ea typeface="Arial"/>
                <a:cs typeface="Arial"/>
              </a:defRPr>
            </a:pPr>
            <a:r>
              <a:rPr sz="1350" b="0">
                <a:solidFill>
                  <a:srgbClr val="F7CB64"/>
                </a:solidFill>
                <a:latin typeface="Arial"/>
                <a:ea typeface="Arial"/>
                <a:cs typeface="Arial"/>
              </a:rPr>
              <a:t>AMI</a:t>
            </a:r>
          </a:p>
          <a:p xmlns:a="http://schemas.openxmlformats.org/drawingml/2006/main">
            <a:pPr algn="ctr">
              <a:defRPr sz="1350" b="0">
                <a:solidFill>
                  <a:srgbClr val="F7CB64"/>
                </a:solidFill>
                <a:latin typeface="Arial"/>
                <a:ea typeface="Arial"/>
                <a:cs typeface="Arial"/>
              </a:defRPr>
            </a:pPr>
            <a:r>
              <a:rPr sz="1350" b="0">
                <a:solidFill>
                  <a:srgbClr val="F7CB64"/>
                </a:solidFill>
                <a:latin typeface="Arial"/>
                <a:ea typeface="Arial"/>
                <a:cs typeface="Arial"/>
              </a:rPr>
              <a:t>SIP / RTP</a:t>
            </a:r>
          </a:p>
        </p:txBody>
      </p:sp>
      <p:sp>
        <p:nvSpPr>
          <p:cNvPr id="19" name="Asterisk uses hostNetwork and one replica. HA opens the AMI conne">
            <a:extLst xmlns:a="http://schemas.openxmlformats.org/drawingml/2006/main">
              <a:ext uri="{FF2B5EF4-FFF2-40B4-BE49-F238E27FC236}">
                <a16:creationId xmlns:a16="http://schemas.microsoft.com/office/drawing/2014/main" id="{52AF9B62-C216-4081-89E1-D806CDCD951D}"/>
              </a:ext>
            </a:extLst>
          </p:cNvPr>
          <p:cNvSpPr>
            <a:spLocks xmlns:a="http://schemas.openxmlformats.org/drawingml/2006/main" noGrp="1"/>
          </p:cNvSpPr>
          <p:nvPr/>
        </p:nvSpPr>
        <p:spPr>
          <a:xfrm xmlns:a="http://schemas.openxmlformats.org/drawingml/2006/main">
            <a:off x="571500" y="5953125"/>
            <a:ext cx="10191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AAB9D0"/>
                </a:solidFill>
                <a:latin typeface="Arial"/>
                <a:ea typeface="Arial"/>
                <a:cs typeface="Arial"/>
              </a:defRPr>
            </a:defPPr>
            <a:lvl1pPr algn="l">
              <a:defRPr sz="1425" b="0">
                <a:solidFill>
                  <a:srgbClr val="AAB9D0"/>
                </a:solidFill>
                <a:latin typeface="Arial"/>
                <a:ea typeface="Arial"/>
                <a:cs typeface="Arial"/>
              </a:defRPr>
            </a:lvl1pPr>
            <a:lvl2pPr algn="l">
              <a:defRPr sz="1425" b="0">
                <a:solidFill>
                  <a:srgbClr val="AAB9D0"/>
                </a:solidFill>
                <a:latin typeface="Arial"/>
                <a:ea typeface="Arial"/>
                <a:cs typeface="Arial"/>
              </a:defRPr>
            </a:lvl2pPr>
            <a:lvl3pPr algn="l">
              <a:defRPr sz="1425" b="0">
                <a:solidFill>
                  <a:srgbClr val="AAB9D0"/>
                </a:solidFill>
                <a:latin typeface="Arial"/>
                <a:ea typeface="Arial"/>
                <a:cs typeface="Arial"/>
              </a:defRPr>
            </a:lvl3pPr>
            <a:lvl4pPr algn="l">
              <a:defRPr sz="1425" b="0">
                <a:solidFill>
                  <a:srgbClr val="AAB9D0"/>
                </a:solidFill>
                <a:latin typeface="Arial"/>
                <a:ea typeface="Arial"/>
                <a:cs typeface="Arial"/>
              </a:defRPr>
            </a:lvl4pPr>
            <a:lvl5pPr algn="l">
              <a:defRPr sz="1425" b="0">
                <a:solidFill>
                  <a:srgbClr val="AAB9D0"/>
                </a:solidFill>
                <a:latin typeface="Arial"/>
                <a:ea typeface="Arial"/>
                <a:cs typeface="Arial"/>
              </a:defRPr>
            </a:lvl5pPr>
            <a:lvl6pPr algn="l">
              <a:defRPr sz="1425" b="0">
                <a:solidFill>
                  <a:srgbClr val="AAB9D0"/>
                </a:solidFill>
                <a:latin typeface="Arial"/>
                <a:ea typeface="Arial"/>
                <a:cs typeface="Arial"/>
              </a:defRPr>
            </a:lvl6pPr>
            <a:lvl7pPr algn="l">
              <a:defRPr sz="1425" b="0">
                <a:solidFill>
                  <a:srgbClr val="AAB9D0"/>
                </a:solidFill>
                <a:latin typeface="Arial"/>
                <a:ea typeface="Arial"/>
                <a:cs typeface="Arial"/>
              </a:defRPr>
            </a:lvl7pPr>
            <a:lvl8pPr algn="l">
              <a:defRPr sz="1425" b="0">
                <a:solidFill>
                  <a:srgbClr val="AAB9D0"/>
                </a:solidFill>
                <a:latin typeface="Arial"/>
                <a:ea typeface="Arial"/>
                <a:cs typeface="Arial"/>
              </a:defRPr>
            </a:lvl8pPr>
            <a:lvl9pPr algn="l">
              <a:defRPr sz="1425" b="0">
                <a:solidFill>
                  <a:srgbClr val="AAB9D0"/>
                </a:solidFill>
                <a:latin typeface="Arial"/>
                <a:ea typeface="Arial"/>
                <a:cs typeface="Arial"/>
              </a:defRPr>
            </a:lvl9pPr>
          </a:lstStyle>
          <a:p xmlns:a="http://schemas.openxmlformats.org/drawingml/2006/main">
            <a:pPr algn="l">
              <a:defRPr sz="1425" b="0">
                <a:solidFill>
                  <a:srgbClr val="AAB9D0"/>
                </a:solidFill>
                <a:latin typeface="Arial"/>
                <a:ea typeface="Arial"/>
                <a:cs typeface="Arial"/>
              </a:defRPr>
            </a:pPr>
            <a:r>
              <a:rPr sz="1425" b="0">
                <a:solidFill>
                  <a:srgbClr val="AAB9D0"/>
                </a:solidFill>
                <a:latin typeface="Arial"/>
                <a:ea typeface="Arial"/>
                <a:cs typeface="Arial"/>
              </a:rPr>
              <a:t>Asterisk uses hostNetwork and one replica. HA opens the AMI connection to the PBX.</a:t>
            </a:r>
          </a:p>
          <a:p xmlns:a="http://schemas.openxmlformats.org/drawingml/2006/main">
            <a:pPr algn="l">
              <a:defRPr sz="1425" b="0">
                <a:solidFill>
                  <a:srgbClr val="AAB9D0"/>
                </a:solidFill>
                <a:latin typeface="Arial"/>
                <a:ea typeface="Arial"/>
                <a:cs typeface="Arial"/>
              </a:defRPr>
            </a:pPr>
            <a:r>
              <a:rPr sz="1425" b="0">
                <a:solidFill>
                  <a:srgbClr val="AAB9D0"/>
                </a:solidFill>
                <a:latin typeface="Arial"/>
                <a:ea typeface="Arial"/>
                <a:cs typeface="Arial"/>
              </a:rPr>
              <a:t>TFTP runs only during provisioning. SIP, RTP and AMI stay on the LAN / VPN.</a:t>
            </a:r>
          </a:p>
        </p:txBody>
      </p:sp>
    </p:spTree>
    <p:extLst>
      <p:ext uri="{BB962C8B-B14F-4D97-AF65-F5344CB8AC3E}">
        <p14:creationId xmlns:p14="http://schemas.microsoft.com/office/powerpoint/2010/main" val="545595407"/>
      </p:ext>
    </p:extLst>
  </p:cSld>
</p:sld>
</file>

<file path=ppt/slides/slide4.xml><?xml version="1.0" encoding="utf-8"?>
<p:sld xmlns:p="http://schemas.openxmlformats.org/presentationml/2006/main">
  <p:cSld>
    <p:bg>
      <p:bgPr>
        <a:solidFill xmlns:a="http://schemas.openxmlformats.org/drawingml/2006/main">
          <a:srgbClr val="101C34"/>
        </a:solidFill>
      </p:bgPr>
    </p:bg>
    <p:spTree>
      <p:nvGrpSpPr>
        <p:cNvPr id="1" name=""/>
        <p:cNvGrpSpPr/>
        <p:nvPr/>
      </p:nvGrpSpPr>
      <p:grpSpPr>
        <a:xfrm xmlns:a="http://schemas.openxmlformats.org/drawingml/2006/main"/>
      </p:grpSpPr>
      <p:sp>
        <p:nvSpPr>
          <p:cNvPr id="16" name="Signaling and audio ports">
            <a:extLst xmlns:a="http://schemas.openxmlformats.org/drawingml/2006/main">
              <a:ext uri="{FF2B5EF4-FFF2-40B4-BE49-F238E27FC236}">
                <a16:creationId xmlns:a16="http://schemas.microsoft.com/office/drawing/2014/main" id="{D88D24AE-72E8-43FB-AC76-6079FE4A967C}"/>
              </a:ext>
            </a:extLst>
          </p:cNvPr>
          <p:cNvSpPr>
            <a:spLocks xmlns:a="http://schemas.openxmlformats.org/drawingml/2006/main" noGrp="1"/>
          </p:cNvSpPr>
          <p:nvPr/>
        </p:nvSpPr>
        <p:spPr>
          <a:xfrm xmlns:a="http://schemas.openxmlformats.org/drawingml/2006/main">
            <a:off x="571500" y="41910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75" b="1">
                <a:solidFill>
                  <a:srgbClr val="F5F7FB"/>
                </a:solidFill>
                <a:latin typeface="Arial"/>
                <a:ea typeface="Arial"/>
                <a:cs typeface="Arial"/>
              </a:defRPr>
            </a:defPPr>
            <a:lvl1pPr algn="l">
              <a:defRPr sz="3375" b="1">
                <a:solidFill>
                  <a:srgbClr val="F5F7FB"/>
                </a:solidFill>
                <a:latin typeface="Arial"/>
                <a:ea typeface="Arial"/>
                <a:cs typeface="Arial"/>
              </a:defRPr>
            </a:lvl1pPr>
            <a:lvl2pPr algn="l">
              <a:defRPr sz="3375" b="1">
                <a:solidFill>
                  <a:srgbClr val="F5F7FB"/>
                </a:solidFill>
                <a:latin typeface="Arial"/>
                <a:ea typeface="Arial"/>
                <a:cs typeface="Arial"/>
              </a:defRPr>
            </a:lvl2pPr>
            <a:lvl3pPr algn="l">
              <a:defRPr sz="3375" b="1">
                <a:solidFill>
                  <a:srgbClr val="F5F7FB"/>
                </a:solidFill>
                <a:latin typeface="Arial"/>
                <a:ea typeface="Arial"/>
                <a:cs typeface="Arial"/>
              </a:defRPr>
            </a:lvl3pPr>
            <a:lvl4pPr algn="l">
              <a:defRPr sz="3375" b="1">
                <a:solidFill>
                  <a:srgbClr val="F5F7FB"/>
                </a:solidFill>
                <a:latin typeface="Arial"/>
                <a:ea typeface="Arial"/>
                <a:cs typeface="Arial"/>
              </a:defRPr>
            </a:lvl4pPr>
            <a:lvl5pPr algn="l">
              <a:defRPr sz="3375" b="1">
                <a:solidFill>
                  <a:srgbClr val="F5F7FB"/>
                </a:solidFill>
                <a:latin typeface="Arial"/>
                <a:ea typeface="Arial"/>
                <a:cs typeface="Arial"/>
              </a:defRPr>
            </a:lvl5pPr>
            <a:lvl6pPr algn="l">
              <a:defRPr sz="3375" b="1">
                <a:solidFill>
                  <a:srgbClr val="F5F7FB"/>
                </a:solidFill>
                <a:latin typeface="Arial"/>
                <a:ea typeface="Arial"/>
                <a:cs typeface="Arial"/>
              </a:defRPr>
            </a:lvl6pPr>
            <a:lvl7pPr algn="l">
              <a:defRPr sz="3375" b="1">
                <a:solidFill>
                  <a:srgbClr val="F5F7FB"/>
                </a:solidFill>
                <a:latin typeface="Arial"/>
                <a:ea typeface="Arial"/>
                <a:cs typeface="Arial"/>
              </a:defRPr>
            </a:lvl7pPr>
            <a:lvl8pPr algn="l">
              <a:defRPr sz="3375" b="1">
                <a:solidFill>
                  <a:srgbClr val="F5F7FB"/>
                </a:solidFill>
                <a:latin typeface="Arial"/>
                <a:ea typeface="Arial"/>
                <a:cs typeface="Arial"/>
              </a:defRPr>
            </a:lvl8pPr>
            <a:lvl9pPr algn="l">
              <a:defRPr sz="3375" b="1">
                <a:solidFill>
                  <a:srgbClr val="F5F7FB"/>
                </a:solidFill>
                <a:latin typeface="Arial"/>
                <a:ea typeface="Arial"/>
                <a:cs typeface="Arial"/>
              </a:defRPr>
            </a:lvl9pPr>
          </a:lstStyle>
          <a:p xmlns:a="http://schemas.openxmlformats.org/drawingml/2006/main">
            <a:pPr algn="l">
              <a:defRPr sz="3375" b="1">
                <a:solidFill>
                  <a:srgbClr val="F5F7FB"/>
                </a:solidFill>
                <a:latin typeface="Arial"/>
                <a:ea typeface="Arial"/>
                <a:cs typeface="Arial"/>
              </a:defRPr>
            </a:pPr>
            <a:r>
              <a:rPr sz="3375" b="1">
                <a:solidFill>
                  <a:srgbClr val="F5F7FB"/>
                </a:solidFill>
                <a:latin typeface="Arial"/>
                <a:ea typeface="Arial"/>
                <a:cs typeface="Arial"/>
              </a:rPr>
              <a:t>Signaling and audio ports</a:t>
            </a:r>
          </a:p>
        </p:txBody>
      </p:sp>
      <p:sp>
        <p:nvSpPr>
          <p:cNvPr id="2" name="04">
            <a:extLst xmlns:a="http://schemas.openxmlformats.org/drawingml/2006/main">
              <a:ext uri="{FF2B5EF4-FFF2-40B4-BE49-F238E27FC236}">
                <a16:creationId xmlns:a16="http://schemas.microsoft.com/office/drawing/2014/main" id="{403EEFAC-5140-4B23-906B-BDA20D28ABA6}"/>
              </a:ext>
            </a:extLst>
          </p:cNvPr>
          <p:cNvSpPr>
            <a:spLocks xmlns:a="http://schemas.openxmlformats.org/drawingml/2006/main" noGrp="1"/>
          </p:cNvSpPr>
          <p:nvPr/>
        </p:nvSpPr>
        <p:spPr>
          <a:xfrm xmlns:a="http://schemas.openxmlformats.org/drawingml/2006/main">
            <a:off x="11049000" y="63627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AAB9D0"/>
                </a:solidFill>
                <a:latin typeface="Arial"/>
                <a:ea typeface="Arial"/>
                <a:cs typeface="Arial"/>
              </a:defRPr>
            </a:defPPr>
            <a:lvl1pPr algn="r">
              <a:defRPr sz="1275" b="0">
                <a:solidFill>
                  <a:srgbClr val="AAB9D0"/>
                </a:solidFill>
                <a:latin typeface="Arial"/>
                <a:ea typeface="Arial"/>
                <a:cs typeface="Arial"/>
              </a:defRPr>
            </a:lvl1pPr>
            <a:lvl2pPr algn="r">
              <a:defRPr sz="1275" b="0">
                <a:solidFill>
                  <a:srgbClr val="AAB9D0"/>
                </a:solidFill>
                <a:latin typeface="Arial"/>
                <a:ea typeface="Arial"/>
                <a:cs typeface="Arial"/>
              </a:defRPr>
            </a:lvl2pPr>
            <a:lvl3pPr algn="r">
              <a:defRPr sz="1275" b="0">
                <a:solidFill>
                  <a:srgbClr val="AAB9D0"/>
                </a:solidFill>
                <a:latin typeface="Arial"/>
                <a:ea typeface="Arial"/>
                <a:cs typeface="Arial"/>
              </a:defRPr>
            </a:lvl3pPr>
            <a:lvl4pPr algn="r">
              <a:defRPr sz="1275" b="0">
                <a:solidFill>
                  <a:srgbClr val="AAB9D0"/>
                </a:solidFill>
                <a:latin typeface="Arial"/>
                <a:ea typeface="Arial"/>
                <a:cs typeface="Arial"/>
              </a:defRPr>
            </a:lvl4pPr>
            <a:lvl5pPr algn="r">
              <a:defRPr sz="1275" b="0">
                <a:solidFill>
                  <a:srgbClr val="AAB9D0"/>
                </a:solidFill>
                <a:latin typeface="Arial"/>
                <a:ea typeface="Arial"/>
                <a:cs typeface="Arial"/>
              </a:defRPr>
            </a:lvl5pPr>
            <a:lvl6pPr algn="r">
              <a:defRPr sz="1275" b="0">
                <a:solidFill>
                  <a:srgbClr val="AAB9D0"/>
                </a:solidFill>
                <a:latin typeface="Arial"/>
                <a:ea typeface="Arial"/>
                <a:cs typeface="Arial"/>
              </a:defRPr>
            </a:lvl6pPr>
            <a:lvl7pPr algn="r">
              <a:defRPr sz="1275" b="0">
                <a:solidFill>
                  <a:srgbClr val="AAB9D0"/>
                </a:solidFill>
                <a:latin typeface="Arial"/>
                <a:ea typeface="Arial"/>
                <a:cs typeface="Arial"/>
              </a:defRPr>
            </a:lvl7pPr>
            <a:lvl8pPr algn="r">
              <a:defRPr sz="1275" b="0">
                <a:solidFill>
                  <a:srgbClr val="AAB9D0"/>
                </a:solidFill>
                <a:latin typeface="Arial"/>
                <a:ea typeface="Arial"/>
                <a:cs typeface="Arial"/>
              </a:defRPr>
            </a:lvl8pPr>
            <a:lvl9pPr algn="r">
              <a:defRPr sz="1275" b="0">
                <a:solidFill>
                  <a:srgbClr val="AAB9D0"/>
                </a:solidFill>
                <a:latin typeface="Arial"/>
                <a:ea typeface="Arial"/>
                <a:cs typeface="Arial"/>
              </a:defRPr>
            </a:lvl9pPr>
          </a:lstStyle>
          <a:p xmlns:a="http://schemas.openxmlformats.org/drawingml/2006/main">
            <a:pPr algn="r">
              <a:defRPr sz="1275" b="0">
                <a:solidFill>
                  <a:srgbClr val="AAB9D0"/>
                </a:solidFill>
                <a:latin typeface="Arial"/>
                <a:ea typeface="Arial"/>
                <a:cs typeface="Arial"/>
              </a:defRPr>
            </a:pPr>
            <a:r>
              <a:rPr sz="1275" b="0">
                <a:solidFill>
                  <a:srgbClr val="AAB9D0"/>
                </a:solidFill>
                <a:latin typeface="Arial"/>
                <a:ea typeface="Arial"/>
                <a:cs typeface="Arial"/>
              </a:rPr>
              <a:t>04</a:t>
            </a:r>
          </a:p>
        </p:txBody>
      </p:sp>
      <p:sp>
        <p:nvSpPr>
          <p:cNvPr id="3" name="5060">
            <a:extLst xmlns:a="http://schemas.openxmlformats.org/drawingml/2006/main">
              <a:ext uri="{FF2B5EF4-FFF2-40B4-BE49-F238E27FC236}">
                <a16:creationId xmlns:a16="http://schemas.microsoft.com/office/drawing/2014/main" id="{907F6514-A0A6-4F13-8F6D-FABE3B3F2F50}"/>
              </a:ext>
            </a:extLst>
          </p:cNvPr>
          <p:cNvSpPr>
            <a:spLocks xmlns:a="http://schemas.openxmlformats.org/drawingml/2006/main" noGrp="1"/>
          </p:cNvSpPr>
          <p:nvPr/>
        </p:nvSpPr>
        <p:spPr>
          <a:xfrm xmlns:a="http://schemas.openxmlformats.org/drawingml/2006/main">
            <a:off x="571500" y="1619250"/>
            <a:ext cx="4667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75" b="1">
                <a:solidFill>
                  <a:srgbClr val="48DDCC"/>
                </a:solidFill>
                <a:latin typeface="Arial"/>
                <a:ea typeface="Arial"/>
                <a:cs typeface="Arial"/>
              </a:defRPr>
            </a:defPPr>
            <a:lvl1pPr algn="l">
              <a:defRPr sz="3075" b="1">
                <a:solidFill>
                  <a:srgbClr val="48DDCC"/>
                </a:solidFill>
                <a:latin typeface="Arial"/>
                <a:ea typeface="Arial"/>
                <a:cs typeface="Arial"/>
              </a:defRPr>
            </a:lvl1pPr>
            <a:lvl2pPr algn="l">
              <a:defRPr sz="3075" b="1">
                <a:solidFill>
                  <a:srgbClr val="48DDCC"/>
                </a:solidFill>
                <a:latin typeface="Arial"/>
                <a:ea typeface="Arial"/>
                <a:cs typeface="Arial"/>
              </a:defRPr>
            </a:lvl2pPr>
            <a:lvl3pPr algn="l">
              <a:defRPr sz="3075" b="1">
                <a:solidFill>
                  <a:srgbClr val="48DDCC"/>
                </a:solidFill>
                <a:latin typeface="Arial"/>
                <a:ea typeface="Arial"/>
                <a:cs typeface="Arial"/>
              </a:defRPr>
            </a:lvl3pPr>
            <a:lvl4pPr algn="l">
              <a:defRPr sz="3075" b="1">
                <a:solidFill>
                  <a:srgbClr val="48DDCC"/>
                </a:solidFill>
                <a:latin typeface="Arial"/>
                <a:ea typeface="Arial"/>
                <a:cs typeface="Arial"/>
              </a:defRPr>
            </a:lvl4pPr>
            <a:lvl5pPr algn="l">
              <a:defRPr sz="3075" b="1">
                <a:solidFill>
                  <a:srgbClr val="48DDCC"/>
                </a:solidFill>
                <a:latin typeface="Arial"/>
                <a:ea typeface="Arial"/>
                <a:cs typeface="Arial"/>
              </a:defRPr>
            </a:lvl5pPr>
            <a:lvl6pPr algn="l">
              <a:defRPr sz="3075" b="1">
                <a:solidFill>
                  <a:srgbClr val="48DDCC"/>
                </a:solidFill>
                <a:latin typeface="Arial"/>
                <a:ea typeface="Arial"/>
                <a:cs typeface="Arial"/>
              </a:defRPr>
            </a:lvl6pPr>
            <a:lvl7pPr algn="l">
              <a:defRPr sz="3075" b="1">
                <a:solidFill>
                  <a:srgbClr val="48DDCC"/>
                </a:solidFill>
                <a:latin typeface="Arial"/>
                <a:ea typeface="Arial"/>
                <a:cs typeface="Arial"/>
              </a:defRPr>
            </a:lvl7pPr>
            <a:lvl8pPr algn="l">
              <a:defRPr sz="3075" b="1">
                <a:solidFill>
                  <a:srgbClr val="48DDCC"/>
                </a:solidFill>
                <a:latin typeface="Arial"/>
                <a:ea typeface="Arial"/>
                <a:cs typeface="Arial"/>
              </a:defRPr>
            </a:lvl8pPr>
            <a:lvl9pPr algn="l">
              <a:defRPr sz="3075" b="1">
                <a:solidFill>
                  <a:srgbClr val="48DDCC"/>
                </a:solidFill>
                <a:latin typeface="Arial"/>
                <a:ea typeface="Arial"/>
                <a:cs typeface="Arial"/>
              </a:defRPr>
            </a:lvl9pPr>
          </a:lstStyle>
          <a:p xmlns:a="http://schemas.openxmlformats.org/drawingml/2006/main">
            <a:pPr algn="l">
              <a:defRPr sz="3075" b="1">
                <a:solidFill>
                  <a:srgbClr val="48DDCC"/>
                </a:solidFill>
                <a:latin typeface="Arial"/>
                <a:ea typeface="Arial"/>
                <a:cs typeface="Arial"/>
              </a:defRPr>
            </a:pPr>
            <a:r>
              <a:rPr sz="3075" b="1">
                <a:solidFill>
                  <a:srgbClr val="48DDCC"/>
                </a:solidFill>
                <a:latin typeface="Arial"/>
                <a:ea typeface="Arial"/>
                <a:cs typeface="Arial"/>
              </a:rPr>
              <a:t>5060</a:t>
            </a:r>
          </a:p>
        </p:txBody>
      </p:sp>
      <p:sp>
        <p:nvSpPr>
          <p:cNvPr id="4" name="TCP / UDP">
            <a:extLst xmlns:a="http://schemas.openxmlformats.org/drawingml/2006/main">
              <a:ext uri="{FF2B5EF4-FFF2-40B4-BE49-F238E27FC236}">
                <a16:creationId xmlns:a16="http://schemas.microsoft.com/office/drawing/2014/main" id="{7551BFBF-8AB6-4692-A054-505F42BEAD3B}"/>
              </a:ext>
            </a:extLst>
          </p:cNvPr>
          <p:cNvSpPr>
            <a:spLocks xmlns:a="http://schemas.openxmlformats.org/drawingml/2006/main" noGrp="1"/>
          </p:cNvSpPr>
          <p:nvPr/>
        </p:nvSpPr>
        <p:spPr>
          <a:xfrm xmlns:a="http://schemas.openxmlformats.org/drawingml/2006/main">
            <a:off x="5429250" y="1685925"/>
            <a:ext cx="2143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F5F7FB"/>
                </a:solidFill>
                <a:latin typeface="Arial"/>
                <a:ea typeface="Arial"/>
                <a:cs typeface="Arial"/>
              </a:defRPr>
            </a:defPPr>
            <a:lvl1pPr algn="l">
              <a:defRPr sz="1950" b="0">
                <a:solidFill>
                  <a:srgbClr val="F5F7FB"/>
                </a:solidFill>
                <a:latin typeface="Arial"/>
                <a:ea typeface="Arial"/>
                <a:cs typeface="Arial"/>
              </a:defRPr>
            </a:lvl1pPr>
            <a:lvl2pPr algn="l">
              <a:defRPr sz="1950" b="0">
                <a:solidFill>
                  <a:srgbClr val="F5F7FB"/>
                </a:solidFill>
                <a:latin typeface="Arial"/>
                <a:ea typeface="Arial"/>
                <a:cs typeface="Arial"/>
              </a:defRPr>
            </a:lvl2pPr>
            <a:lvl3pPr algn="l">
              <a:defRPr sz="1950" b="0">
                <a:solidFill>
                  <a:srgbClr val="F5F7FB"/>
                </a:solidFill>
                <a:latin typeface="Arial"/>
                <a:ea typeface="Arial"/>
                <a:cs typeface="Arial"/>
              </a:defRPr>
            </a:lvl3pPr>
            <a:lvl4pPr algn="l">
              <a:defRPr sz="1950" b="0">
                <a:solidFill>
                  <a:srgbClr val="F5F7FB"/>
                </a:solidFill>
                <a:latin typeface="Arial"/>
                <a:ea typeface="Arial"/>
                <a:cs typeface="Arial"/>
              </a:defRPr>
            </a:lvl4pPr>
            <a:lvl5pPr algn="l">
              <a:defRPr sz="1950" b="0">
                <a:solidFill>
                  <a:srgbClr val="F5F7FB"/>
                </a:solidFill>
                <a:latin typeface="Arial"/>
                <a:ea typeface="Arial"/>
                <a:cs typeface="Arial"/>
              </a:defRPr>
            </a:lvl5pPr>
            <a:lvl6pPr algn="l">
              <a:defRPr sz="1950" b="0">
                <a:solidFill>
                  <a:srgbClr val="F5F7FB"/>
                </a:solidFill>
                <a:latin typeface="Arial"/>
                <a:ea typeface="Arial"/>
                <a:cs typeface="Arial"/>
              </a:defRPr>
            </a:lvl6pPr>
            <a:lvl7pPr algn="l">
              <a:defRPr sz="1950" b="0">
                <a:solidFill>
                  <a:srgbClr val="F5F7FB"/>
                </a:solidFill>
                <a:latin typeface="Arial"/>
                <a:ea typeface="Arial"/>
                <a:cs typeface="Arial"/>
              </a:defRPr>
            </a:lvl7pPr>
            <a:lvl8pPr algn="l">
              <a:defRPr sz="1950" b="0">
                <a:solidFill>
                  <a:srgbClr val="F5F7FB"/>
                </a:solidFill>
                <a:latin typeface="Arial"/>
                <a:ea typeface="Arial"/>
                <a:cs typeface="Arial"/>
              </a:defRPr>
            </a:lvl8pPr>
            <a:lvl9pPr algn="l">
              <a:defRPr sz="1950" b="0">
                <a:solidFill>
                  <a:srgbClr val="F5F7FB"/>
                </a:solidFill>
                <a:latin typeface="Arial"/>
                <a:ea typeface="Arial"/>
                <a:cs typeface="Arial"/>
              </a:defRPr>
            </a:lvl9pPr>
          </a:lstStyle>
          <a:p xmlns:a="http://schemas.openxmlformats.org/drawingml/2006/main">
            <a:pPr algn="l">
              <a:defRPr sz="1950" b="0">
                <a:solidFill>
                  <a:srgbClr val="F5F7FB"/>
                </a:solidFill>
                <a:latin typeface="Arial"/>
                <a:ea typeface="Arial"/>
                <a:cs typeface="Arial"/>
              </a:defRPr>
            </a:pPr>
            <a:r>
              <a:rPr sz="1950" b="0">
                <a:solidFill>
                  <a:srgbClr val="F5F7FB"/>
                </a:solidFill>
                <a:latin typeface="Arial"/>
                <a:ea typeface="Arial"/>
                <a:cs typeface="Arial"/>
              </a:rPr>
              <a:t>TCP / UDP</a:t>
            </a:r>
          </a:p>
        </p:txBody>
      </p:sp>
      <p:sp>
        <p:nvSpPr>
          <p:cNvPr id="5" name="SIP: Cisco TCP, HA UDP">
            <a:extLst xmlns:a="http://schemas.openxmlformats.org/drawingml/2006/main">
              <a:ext uri="{FF2B5EF4-FFF2-40B4-BE49-F238E27FC236}">
                <a16:creationId xmlns:a16="http://schemas.microsoft.com/office/drawing/2014/main" id="{6735BE06-A4FE-4C93-A97C-45AB5C86BB25}"/>
              </a:ext>
            </a:extLst>
          </p:cNvPr>
          <p:cNvSpPr>
            <a:spLocks xmlns:a="http://schemas.openxmlformats.org/drawingml/2006/main" noGrp="1"/>
          </p:cNvSpPr>
          <p:nvPr/>
        </p:nvSpPr>
        <p:spPr>
          <a:xfrm xmlns:a="http://schemas.openxmlformats.org/drawingml/2006/main">
            <a:off x="7667625" y="1685925"/>
            <a:ext cx="4000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AAB9D0"/>
                </a:solidFill>
                <a:latin typeface="Arial"/>
                <a:ea typeface="Arial"/>
                <a:cs typeface="Arial"/>
              </a:defRPr>
            </a:defPPr>
            <a:lvl1pPr algn="l">
              <a:defRPr sz="1875" b="0">
                <a:solidFill>
                  <a:srgbClr val="AAB9D0"/>
                </a:solidFill>
                <a:latin typeface="Arial"/>
                <a:ea typeface="Arial"/>
                <a:cs typeface="Arial"/>
              </a:defRPr>
            </a:lvl1pPr>
            <a:lvl2pPr algn="l">
              <a:defRPr sz="1875" b="0">
                <a:solidFill>
                  <a:srgbClr val="AAB9D0"/>
                </a:solidFill>
                <a:latin typeface="Arial"/>
                <a:ea typeface="Arial"/>
                <a:cs typeface="Arial"/>
              </a:defRPr>
            </a:lvl2pPr>
            <a:lvl3pPr algn="l">
              <a:defRPr sz="1875" b="0">
                <a:solidFill>
                  <a:srgbClr val="AAB9D0"/>
                </a:solidFill>
                <a:latin typeface="Arial"/>
                <a:ea typeface="Arial"/>
                <a:cs typeface="Arial"/>
              </a:defRPr>
            </a:lvl3pPr>
            <a:lvl4pPr algn="l">
              <a:defRPr sz="1875" b="0">
                <a:solidFill>
                  <a:srgbClr val="AAB9D0"/>
                </a:solidFill>
                <a:latin typeface="Arial"/>
                <a:ea typeface="Arial"/>
                <a:cs typeface="Arial"/>
              </a:defRPr>
            </a:lvl4pPr>
            <a:lvl5pPr algn="l">
              <a:defRPr sz="1875" b="0">
                <a:solidFill>
                  <a:srgbClr val="AAB9D0"/>
                </a:solidFill>
                <a:latin typeface="Arial"/>
                <a:ea typeface="Arial"/>
                <a:cs typeface="Arial"/>
              </a:defRPr>
            </a:lvl5pPr>
            <a:lvl6pPr algn="l">
              <a:defRPr sz="1875" b="0">
                <a:solidFill>
                  <a:srgbClr val="AAB9D0"/>
                </a:solidFill>
                <a:latin typeface="Arial"/>
                <a:ea typeface="Arial"/>
                <a:cs typeface="Arial"/>
              </a:defRPr>
            </a:lvl6pPr>
            <a:lvl7pPr algn="l">
              <a:defRPr sz="1875" b="0">
                <a:solidFill>
                  <a:srgbClr val="AAB9D0"/>
                </a:solidFill>
                <a:latin typeface="Arial"/>
                <a:ea typeface="Arial"/>
                <a:cs typeface="Arial"/>
              </a:defRPr>
            </a:lvl7pPr>
            <a:lvl8pPr algn="l">
              <a:defRPr sz="1875" b="0">
                <a:solidFill>
                  <a:srgbClr val="AAB9D0"/>
                </a:solidFill>
                <a:latin typeface="Arial"/>
                <a:ea typeface="Arial"/>
                <a:cs typeface="Arial"/>
              </a:defRPr>
            </a:lvl8pPr>
            <a:lvl9pPr algn="l">
              <a:defRPr sz="1875" b="0">
                <a:solidFill>
                  <a:srgbClr val="AAB9D0"/>
                </a:solidFill>
                <a:latin typeface="Arial"/>
                <a:ea typeface="Arial"/>
                <a:cs typeface="Arial"/>
              </a:defRPr>
            </a:lvl9pPr>
          </a:lstStyle>
          <a:p xmlns:a="http://schemas.openxmlformats.org/drawingml/2006/main">
            <a:pPr algn="l">
              <a:defRPr sz="1875" b="0">
                <a:solidFill>
                  <a:srgbClr val="AAB9D0"/>
                </a:solidFill>
                <a:latin typeface="Arial"/>
                <a:ea typeface="Arial"/>
                <a:cs typeface="Arial"/>
              </a:defRPr>
            </a:pPr>
            <a:r>
              <a:rPr sz="1875" b="0">
                <a:solidFill>
                  <a:srgbClr val="AAB9D0"/>
                </a:solidFill>
                <a:latin typeface="Arial"/>
                <a:ea typeface="Arial"/>
                <a:cs typeface="Arial"/>
              </a:rPr>
              <a:t>SIP: Cisco TCP, HA UDP</a:t>
            </a:r>
          </a:p>
        </p:txBody>
      </p:sp>
      <p:sp>
        <p:nvSpPr>
          <p:cNvPr id="6" name="10000–10199">
            <a:extLst xmlns:a="http://schemas.openxmlformats.org/drawingml/2006/main">
              <a:ext uri="{FF2B5EF4-FFF2-40B4-BE49-F238E27FC236}">
                <a16:creationId xmlns:a16="http://schemas.microsoft.com/office/drawing/2014/main" id="{EE5A3B39-7557-4BE2-AD50-7D24E2A51A60}"/>
              </a:ext>
            </a:extLst>
          </p:cNvPr>
          <p:cNvSpPr>
            <a:spLocks xmlns:a="http://schemas.openxmlformats.org/drawingml/2006/main" noGrp="1"/>
          </p:cNvSpPr>
          <p:nvPr/>
        </p:nvSpPr>
        <p:spPr>
          <a:xfrm xmlns:a="http://schemas.openxmlformats.org/drawingml/2006/main">
            <a:off x="571500" y="2590800"/>
            <a:ext cx="4667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75" b="1">
                <a:solidFill>
                  <a:srgbClr val="48DDCC"/>
                </a:solidFill>
                <a:latin typeface="Arial"/>
                <a:ea typeface="Arial"/>
                <a:cs typeface="Arial"/>
              </a:defRPr>
            </a:defPPr>
            <a:lvl1pPr algn="l">
              <a:defRPr sz="3075" b="1">
                <a:solidFill>
                  <a:srgbClr val="48DDCC"/>
                </a:solidFill>
                <a:latin typeface="Arial"/>
                <a:ea typeface="Arial"/>
                <a:cs typeface="Arial"/>
              </a:defRPr>
            </a:lvl1pPr>
            <a:lvl2pPr algn="l">
              <a:defRPr sz="3075" b="1">
                <a:solidFill>
                  <a:srgbClr val="48DDCC"/>
                </a:solidFill>
                <a:latin typeface="Arial"/>
                <a:ea typeface="Arial"/>
                <a:cs typeface="Arial"/>
              </a:defRPr>
            </a:lvl2pPr>
            <a:lvl3pPr algn="l">
              <a:defRPr sz="3075" b="1">
                <a:solidFill>
                  <a:srgbClr val="48DDCC"/>
                </a:solidFill>
                <a:latin typeface="Arial"/>
                <a:ea typeface="Arial"/>
                <a:cs typeface="Arial"/>
              </a:defRPr>
            </a:lvl3pPr>
            <a:lvl4pPr algn="l">
              <a:defRPr sz="3075" b="1">
                <a:solidFill>
                  <a:srgbClr val="48DDCC"/>
                </a:solidFill>
                <a:latin typeface="Arial"/>
                <a:ea typeface="Arial"/>
                <a:cs typeface="Arial"/>
              </a:defRPr>
            </a:lvl4pPr>
            <a:lvl5pPr algn="l">
              <a:defRPr sz="3075" b="1">
                <a:solidFill>
                  <a:srgbClr val="48DDCC"/>
                </a:solidFill>
                <a:latin typeface="Arial"/>
                <a:ea typeface="Arial"/>
                <a:cs typeface="Arial"/>
              </a:defRPr>
            </a:lvl5pPr>
            <a:lvl6pPr algn="l">
              <a:defRPr sz="3075" b="1">
                <a:solidFill>
                  <a:srgbClr val="48DDCC"/>
                </a:solidFill>
                <a:latin typeface="Arial"/>
                <a:ea typeface="Arial"/>
                <a:cs typeface="Arial"/>
              </a:defRPr>
            </a:lvl6pPr>
            <a:lvl7pPr algn="l">
              <a:defRPr sz="3075" b="1">
                <a:solidFill>
                  <a:srgbClr val="48DDCC"/>
                </a:solidFill>
                <a:latin typeface="Arial"/>
                <a:ea typeface="Arial"/>
                <a:cs typeface="Arial"/>
              </a:defRPr>
            </a:lvl7pPr>
            <a:lvl8pPr algn="l">
              <a:defRPr sz="3075" b="1">
                <a:solidFill>
                  <a:srgbClr val="48DDCC"/>
                </a:solidFill>
                <a:latin typeface="Arial"/>
                <a:ea typeface="Arial"/>
                <a:cs typeface="Arial"/>
              </a:defRPr>
            </a:lvl8pPr>
            <a:lvl9pPr algn="l">
              <a:defRPr sz="3075" b="1">
                <a:solidFill>
                  <a:srgbClr val="48DDCC"/>
                </a:solidFill>
                <a:latin typeface="Arial"/>
                <a:ea typeface="Arial"/>
                <a:cs typeface="Arial"/>
              </a:defRPr>
            </a:lvl9pPr>
          </a:lstStyle>
          <a:p xmlns:a="http://schemas.openxmlformats.org/drawingml/2006/main">
            <a:pPr algn="l">
              <a:defRPr sz="3075" b="1">
                <a:solidFill>
                  <a:srgbClr val="48DDCC"/>
                </a:solidFill>
                <a:latin typeface="Arial"/>
                <a:ea typeface="Arial"/>
                <a:cs typeface="Arial"/>
              </a:defRPr>
            </a:pPr>
            <a:r>
              <a:rPr sz="3075" b="1">
                <a:solidFill>
                  <a:srgbClr val="48DDCC"/>
                </a:solidFill>
                <a:latin typeface="Arial"/>
                <a:ea typeface="Arial"/>
                <a:cs typeface="Arial"/>
              </a:rPr>
              <a:t>10000–10199</a:t>
            </a:r>
          </a:p>
        </p:txBody>
      </p:sp>
      <p:sp>
        <p:nvSpPr>
          <p:cNvPr id="7" name="UDP on PBX">
            <a:extLst xmlns:a="http://schemas.openxmlformats.org/drawingml/2006/main">
              <a:ext uri="{FF2B5EF4-FFF2-40B4-BE49-F238E27FC236}">
                <a16:creationId xmlns:a16="http://schemas.microsoft.com/office/drawing/2014/main" id="{31ECBAE8-EC61-4979-AA1C-F6688D206A9E}"/>
              </a:ext>
            </a:extLst>
          </p:cNvPr>
          <p:cNvSpPr>
            <a:spLocks xmlns:a="http://schemas.openxmlformats.org/drawingml/2006/main" noGrp="1"/>
          </p:cNvSpPr>
          <p:nvPr/>
        </p:nvSpPr>
        <p:spPr>
          <a:xfrm xmlns:a="http://schemas.openxmlformats.org/drawingml/2006/main">
            <a:off x="5429250" y="2657475"/>
            <a:ext cx="2143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F5F7FB"/>
                </a:solidFill>
                <a:latin typeface="Arial"/>
                <a:ea typeface="Arial"/>
                <a:cs typeface="Arial"/>
              </a:defRPr>
            </a:defPPr>
            <a:lvl1pPr algn="l">
              <a:defRPr sz="1950" b="0">
                <a:solidFill>
                  <a:srgbClr val="F5F7FB"/>
                </a:solidFill>
                <a:latin typeface="Arial"/>
                <a:ea typeface="Arial"/>
                <a:cs typeface="Arial"/>
              </a:defRPr>
            </a:lvl1pPr>
            <a:lvl2pPr algn="l">
              <a:defRPr sz="1950" b="0">
                <a:solidFill>
                  <a:srgbClr val="F5F7FB"/>
                </a:solidFill>
                <a:latin typeface="Arial"/>
                <a:ea typeface="Arial"/>
                <a:cs typeface="Arial"/>
              </a:defRPr>
            </a:lvl2pPr>
            <a:lvl3pPr algn="l">
              <a:defRPr sz="1950" b="0">
                <a:solidFill>
                  <a:srgbClr val="F5F7FB"/>
                </a:solidFill>
                <a:latin typeface="Arial"/>
                <a:ea typeface="Arial"/>
                <a:cs typeface="Arial"/>
              </a:defRPr>
            </a:lvl3pPr>
            <a:lvl4pPr algn="l">
              <a:defRPr sz="1950" b="0">
                <a:solidFill>
                  <a:srgbClr val="F5F7FB"/>
                </a:solidFill>
                <a:latin typeface="Arial"/>
                <a:ea typeface="Arial"/>
                <a:cs typeface="Arial"/>
              </a:defRPr>
            </a:lvl4pPr>
            <a:lvl5pPr algn="l">
              <a:defRPr sz="1950" b="0">
                <a:solidFill>
                  <a:srgbClr val="F5F7FB"/>
                </a:solidFill>
                <a:latin typeface="Arial"/>
                <a:ea typeface="Arial"/>
                <a:cs typeface="Arial"/>
              </a:defRPr>
            </a:lvl5pPr>
            <a:lvl6pPr algn="l">
              <a:defRPr sz="1950" b="0">
                <a:solidFill>
                  <a:srgbClr val="F5F7FB"/>
                </a:solidFill>
                <a:latin typeface="Arial"/>
                <a:ea typeface="Arial"/>
                <a:cs typeface="Arial"/>
              </a:defRPr>
            </a:lvl6pPr>
            <a:lvl7pPr algn="l">
              <a:defRPr sz="1950" b="0">
                <a:solidFill>
                  <a:srgbClr val="F5F7FB"/>
                </a:solidFill>
                <a:latin typeface="Arial"/>
                <a:ea typeface="Arial"/>
                <a:cs typeface="Arial"/>
              </a:defRPr>
            </a:lvl7pPr>
            <a:lvl8pPr algn="l">
              <a:defRPr sz="1950" b="0">
                <a:solidFill>
                  <a:srgbClr val="F5F7FB"/>
                </a:solidFill>
                <a:latin typeface="Arial"/>
                <a:ea typeface="Arial"/>
                <a:cs typeface="Arial"/>
              </a:defRPr>
            </a:lvl8pPr>
            <a:lvl9pPr algn="l">
              <a:defRPr sz="1950" b="0">
                <a:solidFill>
                  <a:srgbClr val="F5F7FB"/>
                </a:solidFill>
                <a:latin typeface="Arial"/>
                <a:ea typeface="Arial"/>
                <a:cs typeface="Arial"/>
              </a:defRPr>
            </a:lvl9pPr>
          </a:lstStyle>
          <a:p xmlns:a="http://schemas.openxmlformats.org/drawingml/2006/main">
            <a:pPr algn="l">
              <a:defRPr sz="1950" b="0">
                <a:solidFill>
                  <a:srgbClr val="F5F7FB"/>
                </a:solidFill>
                <a:latin typeface="Arial"/>
                <a:ea typeface="Arial"/>
                <a:cs typeface="Arial"/>
              </a:defRPr>
            </a:pPr>
            <a:r>
              <a:rPr sz="1950" b="0">
                <a:solidFill>
                  <a:srgbClr val="F5F7FB"/>
                </a:solidFill>
                <a:latin typeface="Arial"/>
                <a:ea typeface="Arial"/>
                <a:cs typeface="Arial"/>
              </a:rPr>
              <a:t>UDP on PBX</a:t>
            </a:r>
          </a:p>
        </p:txBody>
      </p:sp>
      <p:sp>
        <p:nvSpPr>
          <p:cNvPr id="8" name="RTP / audio">
            <a:extLst xmlns:a="http://schemas.openxmlformats.org/drawingml/2006/main">
              <a:ext uri="{FF2B5EF4-FFF2-40B4-BE49-F238E27FC236}">
                <a16:creationId xmlns:a16="http://schemas.microsoft.com/office/drawing/2014/main" id="{EE5F3E9A-54A6-4A1D-B753-429791C86C8C}"/>
              </a:ext>
            </a:extLst>
          </p:cNvPr>
          <p:cNvSpPr>
            <a:spLocks xmlns:a="http://schemas.openxmlformats.org/drawingml/2006/main" noGrp="1"/>
          </p:cNvSpPr>
          <p:nvPr/>
        </p:nvSpPr>
        <p:spPr>
          <a:xfrm xmlns:a="http://schemas.openxmlformats.org/drawingml/2006/main">
            <a:off x="7667625" y="2657475"/>
            <a:ext cx="4000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AAB9D0"/>
                </a:solidFill>
                <a:latin typeface="Arial"/>
                <a:ea typeface="Arial"/>
                <a:cs typeface="Arial"/>
              </a:defRPr>
            </a:defPPr>
            <a:lvl1pPr algn="l">
              <a:defRPr sz="1875" b="0">
                <a:solidFill>
                  <a:srgbClr val="AAB9D0"/>
                </a:solidFill>
                <a:latin typeface="Arial"/>
                <a:ea typeface="Arial"/>
                <a:cs typeface="Arial"/>
              </a:defRPr>
            </a:lvl1pPr>
            <a:lvl2pPr algn="l">
              <a:defRPr sz="1875" b="0">
                <a:solidFill>
                  <a:srgbClr val="AAB9D0"/>
                </a:solidFill>
                <a:latin typeface="Arial"/>
                <a:ea typeface="Arial"/>
                <a:cs typeface="Arial"/>
              </a:defRPr>
            </a:lvl2pPr>
            <a:lvl3pPr algn="l">
              <a:defRPr sz="1875" b="0">
                <a:solidFill>
                  <a:srgbClr val="AAB9D0"/>
                </a:solidFill>
                <a:latin typeface="Arial"/>
                <a:ea typeface="Arial"/>
                <a:cs typeface="Arial"/>
              </a:defRPr>
            </a:lvl3pPr>
            <a:lvl4pPr algn="l">
              <a:defRPr sz="1875" b="0">
                <a:solidFill>
                  <a:srgbClr val="AAB9D0"/>
                </a:solidFill>
                <a:latin typeface="Arial"/>
                <a:ea typeface="Arial"/>
                <a:cs typeface="Arial"/>
              </a:defRPr>
            </a:lvl4pPr>
            <a:lvl5pPr algn="l">
              <a:defRPr sz="1875" b="0">
                <a:solidFill>
                  <a:srgbClr val="AAB9D0"/>
                </a:solidFill>
                <a:latin typeface="Arial"/>
                <a:ea typeface="Arial"/>
                <a:cs typeface="Arial"/>
              </a:defRPr>
            </a:lvl5pPr>
            <a:lvl6pPr algn="l">
              <a:defRPr sz="1875" b="0">
                <a:solidFill>
                  <a:srgbClr val="AAB9D0"/>
                </a:solidFill>
                <a:latin typeface="Arial"/>
                <a:ea typeface="Arial"/>
                <a:cs typeface="Arial"/>
              </a:defRPr>
            </a:lvl6pPr>
            <a:lvl7pPr algn="l">
              <a:defRPr sz="1875" b="0">
                <a:solidFill>
                  <a:srgbClr val="AAB9D0"/>
                </a:solidFill>
                <a:latin typeface="Arial"/>
                <a:ea typeface="Arial"/>
                <a:cs typeface="Arial"/>
              </a:defRPr>
            </a:lvl7pPr>
            <a:lvl8pPr algn="l">
              <a:defRPr sz="1875" b="0">
                <a:solidFill>
                  <a:srgbClr val="AAB9D0"/>
                </a:solidFill>
                <a:latin typeface="Arial"/>
                <a:ea typeface="Arial"/>
                <a:cs typeface="Arial"/>
              </a:defRPr>
            </a:lvl8pPr>
            <a:lvl9pPr algn="l">
              <a:defRPr sz="1875" b="0">
                <a:solidFill>
                  <a:srgbClr val="AAB9D0"/>
                </a:solidFill>
                <a:latin typeface="Arial"/>
                <a:ea typeface="Arial"/>
                <a:cs typeface="Arial"/>
              </a:defRPr>
            </a:lvl9pPr>
          </a:lstStyle>
          <a:p xmlns:a="http://schemas.openxmlformats.org/drawingml/2006/main">
            <a:pPr algn="l">
              <a:defRPr sz="1875" b="0">
                <a:solidFill>
                  <a:srgbClr val="AAB9D0"/>
                </a:solidFill>
                <a:latin typeface="Arial"/>
                <a:ea typeface="Arial"/>
                <a:cs typeface="Arial"/>
              </a:defRPr>
            </a:pPr>
            <a:r>
              <a:rPr sz="1875" b="0">
                <a:solidFill>
                  <a:srgbClr val="AAB9D0"/>
                </a:solidFill>
                <a:latin typeface="Arial"/>
                <a:ea typeface="Arial"/>
                <a:cs typeface="Arial"/>
              </a:rPr>
              <a:t>RTP / audio</a:t>
            </a:r>
          </a:p>
        </p:txBody>
      </p:sp>
      <p:sp>
        <p:nvSpPr>
          <p:cNvPr id="9" name="5038">
            <a:extLst xmlns:a="http://schemas.openxmlformats.org/drawingml/2006/main">
              <a:ext uri="{FF2B5EF4-FFF2-40B4-BE49-F238E27FC236}">
                <a16:creationId xmlns:a16="http://schemas.microsoft.com/office/drawing/2014/main" id="{80DFB979-2237-46BE-B492-700629346348}"/>
              </a:ext>
            </a:extLst>
          </p:cNvPr>
          <p:cNvSpPr>
            <a:spLocks xmlns:a="http://schemas.openxmlformats.org/drawingml/2006/main" noGrp="1"/>
          </p:cNvSpPr>
          <p:nvPr/>
        </p:nvSpPr>
        <p:spPr>
          <a:xfrm xmlns:a="http://schemas.openxmlformats.org/drawingml/2006/main">
            <a:off x="571500" y="3562350"/>
            <a:ext cx="4667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75" b="1">
                <a:solidFill>
                  <a:srgbClr val="F7CB64"/>
                </a:solidFill>
                <a:latin typeface="Arial"/>
                <a:ea typeface="Arial"/>
                <a:cs typeface="Arial"/>
              </a:defRPr>
            </a:defPPr>
            <a:lvl1pPr algn="l">
              <a:defRPr sz="3075" b="1">
                <a:solidFill>
                  <a:srgbClr val="F7CB64"/>
                </a:solidFill>
                <a:latin typeface="Arial"/>
                <a:ea typeface="Arial"/>
                <a:cs typeface="Arial"/>
              </a:defRPr>
            </a:lvl1pPr>
            <a:lvl2pPr algn="l">
              <a:defRPr sz="3075" b="1">
                <a:solidFill>
                  <a:srgbClr val="F7CB64"/>
                </a:solidFill>
                <a:latin typeface="Arial"/>
                <a:ea typeface="Arial"/>
                <a:cs typeface="Arial"/>
              </a:defRPr>
            </a:lvl2pPr>
            <a:lvl3pPr algn="l">
              <a:defRPr sz="3075" b="1">
                <a:solidFill>
                  <a:srgbClr val="F7CB64"/>
                </a:solidFill>
                <a:latin typeface="Arial"/>
                <a:ea typeface="Arial"/>
                <a:cs typeface="Arial"/>
              </a:defRPr>
            </a:lvl3pPr>
            <a:lvl4pPr algn="l">
              <a:defRPr sz="3075" b="1">
                <a:solidFill>
                  <a:srgbClr val="F7CB64"/>
                </a:solidFill>
                <a:latin typeface="Arial"/>
                <a:ea typeface="Arial"/>
                <a:cs typeface="Arial"/>
              </a:defRPr>
            </a:lvl4pPr>
            <a:lvl5pPr algn="l">
              <a:defRPr sz="3075" b="1">
                <a:solidFill>
                  <a:srgbClr val="F7CB64"/>
                </a:solidFill>
                <a:latin typeface="Arial"/>
                <a:ea typeface="Arial"/>
                <a:cs typeface="Arial"/>
              </a:defRPr>
            </a:lvl5pPr>
            <a:lvl6pPr algn="l">
              <a:defRPr sz="3075" b="1">
                <a:solidFill>
                  <a:srgbClr val="F7CB64"/>
                </a:solidFill>
                <a:latin typeface="Arial"/>
                <a:ea typeface="Arial"/>
                <a:cs typeface="Arial"/>
              </a:defRPr>
            </a:lvl6pPr>
            <a:lvl7pPr algn="l">
              <a:defRPr sz="3075" b="1">
                <a:solidFill>
                  <a:srgbClr val="F7CB64"/>
                </a:solidFill>
                <a:latin typeface="Arial"/>
                <a:ea typeface="Arial"/>
                <a:cs typeface="Arial"/>
              </a:defRPr>
            </a:lvl7pPr>
            <a:lvl8pPr algn="l">
              <a:defRPr sz="3075" b="1">
                <a:solidFill>
                  <a:srgbClr val="F7CB64"/>
                </a:solidFill>
                <a:latin typeface="Arial"/>
                <a:ea typeface="Arial"/>
                <a:cs typeface="Arial"/>
              </a:defRPr>
            </a:lvl8pPr>
            <a:lvl9pPr algn="l">
              <a:defRPr sz="3075" b="1">
                <a:solidFill>
                  <a:srgbClr val="F7CB64"/>
                </a:solidFill>
                <a:latin typeface="Arial"/>
                <a:ea typeface="Arial"/>
                <a:cs typeface="Arial"/>
              </a:defRPr>
            </a:lvl9pPr>
          </a:lstStyle>
          <a:p xmlns:a="http://schemas.openxmlformats.org/drawingml/2006/main">
            <a:pPr algn="l">
              <a:defRPr sz="3075" b="1">
                <a:solidFill>
                  <a:srgbClr val="F7CB64"/>
                </a:solidFill>
                <a:latin typeface="Arial"/>
                <a:ea typeface="Arial"/>
                <a:cs typeface="Arial"/>
              </a:defRPr>
            </a:pPr>
            <a:r>
              <a:rPr sz="3075" b="1">
                <a:solidFill>
                  <a:srgbClr val="F7CB64"/>
                </a:solidFill>
                <a:latin typeface="Arial"/>
                <a:ea typeface="Arial"/>
                <a:cs typeface="Arial"/>
              </a:rPr>
              <a:t>5038</a:t>
            </a:r>
          </a:p>
        </p:txBody>
      </p:sp>
      <p:sp>
        <p:nvSpPr>
          <p:cNvPr id="10" name="TCP on PBX">
            <a:extLst xmlns:a="http://schemas.openxmlformats.org/drawingml/2006/main">
              <a:ext uri="{FF2B5EF4-FFF2-40B4-BE49-F238E27FC236}">
                <a16:creationId xmlns:a16="http://schemas.microsoft.com/office/drawing/2014/main" id="{9CEAEBA8-CF8F-4B3F-B52D-7F03268393F8}"/>
              </a:ext>
            </a:extLst>
          </p:cNvPr>
          <p:cNvSpPr>
            <a:spLocks xmlns:a="http://schemas.openxmlformats.org/drawingml/2006/main" noGrp="1"/>
          </p:cNvSpPr>
          <p:nvPr/>
        </p:nvSpPr>
        <p:spPr>
          <a:xfrm xmlns:a="http://schemas.openxmlformats.org/drawingml/2006/main">
            <a:off x="5429250" y="3629025"/>
            <a:ext cx="2143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F5F7FB"/>
                </a:solidFill>
                <a:latin typeface="Arial"/>
                <a:ea typeface="Arial"/>
                <a:cs typeface="Arial"/>
              </a:defRPr>
            </a:defPPr>
            <a:lvl1pPr algn="l">
              <a:defRPr sz="1950" b="0">
                <a:solidFill>
                  <a:srgbClr val="F5F7FB"/>
                </a:solidFill>
                <a:latin typeface="Arial"/>
                <a:ea typeface="Arial"/>
                <a:cs typeface="Arial"/>
              </a:defRPr>
            </a:lvl1pPr>
            <a:lvl2pPr algn="l">
              <a:defRPr sz="1950" b="0">
                <a:solidFill>
                  <a:srgbClr val="F5F7FB"/>
                </a:solidFill>
                <a:latin typeface="Arial"/>
                <a:ea typeface="Arial"/>
                <a:cs typeface="Arial"/>
              </a:defRPr>
            </a:lvl2pPr>
            <a:lvl3pPr algn="l">
              <a:defRPr sz="1950" b="0">
                <a:solidFill>
                  <a:srgbClr val="F5F7FB"/>
                </a:solidFill>
                <a:latin typeface="Arial"/>
                <a:ea typeface="Arial"/>
                <a:cs typeface="Arial"/>
              </a:defRPr>
            </a:lvl3pPr>
            <a:lvl4pPr algn="l">
              <a:defRPr sz="1950" b="0">
                <a:solidFill>
                  <a:srgbClr val="F5F7FB"/>
                </a:solidFill>
                <a:latin typeface="Arial"/>
                <a:ea typeface="Arial"/>
                <a:cs typeface="Arial"/>
              </a:defRPr>
            </a:lvl4pPr>
            <a:lvl5pPr algn="l">
              <a:defRPr sz="1950" b="0">
                <a:solidFill>
                  <a:srgbClr val="F5F7FB"/>
                </a:solidFill>
                <a:latin typeface="Arial"/>
                <a:ea typeface="Arial"/>
                <a:cs typeface="Arial"/>
              </a:defRPr>
            </a:lvl5pPr>
            <a:lvl6pPr algn="l">
              <a:defRPr sz="1950" b="0">
                <a:solidFill>
                  <a:srgbClr val="F5F7FB"/>
                </a:solidFill>
                <a:latin typeface="Arial"/>
                <a:ea typeface="Arial"/>
                <a:cs typeface="Arial"/>
              </a:defRPr>
            </a:lvl6pPr>
            <a:lvl7pPr algn="l">
              <a:defRPr sz="1950" b="0">
                <a:solidFill>
                  <a:srgbClr val="F5F7FB"/>
                </a:solidFill>
                <a:latin typeface="Arial"/>
                <a:ea typeface="Arial"/>
                <a:cs typeface="Arial"/>
              </a:defRPr>
            </a:lvl7pPr>
            <a:lvl8pPr algn="l">
              <a:defRPr sz="1950" b="0">
                <a:solidFill>
                  <a:srgbClr val="F5F7FB"/>
                </a:solidFill>
                <a:latin typeface="Arial"/>
                <a:ea typeface="Arial"/>
                <a:cs typeface="Arial"/>
              </a:defRPr>
            </a:lvl8pPr>
            <a:lvl9pPr algn="l">
              <a:defRPr sz="1950" b="0">
                <a:solidFill>
                  <a:srgbClr val="F5F7FB"/>
                </a:solidFill>
                <a:latin typeface="Arial"/>
                <a:ea typeface="Arial"/>
                <a:cs typeface="Arial"/>
              </a:defRPr>
            </a:lvl9pPr>
          </a:lstStyle>
          <a:p xmlns:a="http://schemas.openxmlformats.org/drawingml/2006/main">
            <a:pPr algn="l">
              <a:defRPr sz="1950" b="0">
                <a:solidFill>
                  <a:srgbClr val="F5F7FB"/>
                </a:solidFill>
                <a:latin typeface="Arial"/>
                <a:ea typeface="Arial"/>
                <a:cs typeface="Arial"/>
              </a:defRPr>
            </a:pPr>
            <a:r>
              <a:rPr sz="1950" b="0">
                <a:solidFill>
                  <a:srgbClr val="F5F7FB"/>
                </a:solidFill>
                <a:latin typeface="Arial"/>
                <a:ea typeface="Arial"/>
                <a:cs typeface="Arial"/>
              </a:rPr>
              <a:t>TCP on PBX</a:t>
            </a:r>
          </a:p>
        </p:txBody>
      </p:sp>
      <p:sp>
        <p:nvSpPr>
          <p:cNvPr id="11" name="AMI: HA source IP /32">
            <a:extLst xmlns:a="http://schemas.openxmlformats.org/drawingml/2006/main">
              <a:ext uri="{FF2B5EF4-FFF2-40B4-BE49-F238E27FC236}">
                <a16:creationId xmlns:a16="http://schemas.microsoft.com/office/drawing/2014/main" id="{6102A84E-561B-46DB-9215-36E2D4A744EA}"/>
              </a:ext>
            </a:extLst>
          </p:cNvPr>
          <p:cNvSpPr>
            <a:spLocks xmlns:a="http://schemas.openxmlformats.org/drawingml/2006/main" noGrp="1"/>
          </p:cNvSpPr>
          <p:nvPr/>
        </p:nvSpPr>
        <p:spPr>
          <a:xfrm xmlns:a="http://schemas.openxmlformats.org/drawingml/2006/main">
            <a:off x="7667625" y="3629025"/>
            <a:ext cx="4000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AAB9D0"/>
                </a:solidFill>
                <a:latin typeface="Arial"/>
                <a:ea typeface="Arial"/>
                <a:cs typeface="Arial"/>
              </a:defRPr>
            </a:defPPr>
            <a:lvl1pPr algn="l">
              <a:defRPr sz="1875" b="0">
                <a:solidFill>
                  <a:srgbClr val="AAB9D0"/>
                </a:solidFill>
                <a:latin typeface="Arial"/>
                <a:ea typeface="Arial"/>
                <a:cs typeface="Arial"/>
              </a:defRPr>
            </a:lvl1pPr>
            <a:lvl2pPr algn="l">
              <a:defRPr sz="1875" b="0">
                <a:solidFill>
                  <a:srgbClr val="AAB9D0"/>
                </a:solidFill>
                <a:latin typeface="Arial"/>
                <a:ea typeface="Arial"/>
                <a:cs typeface="Arial"/>
              </a:defRPr>
            </a:lvl2pPr>
            <a:lvl3pPr algn="l">
              <a:defRPr sz="1875" b="0">
                <a:solidFill>
                  <a:srgbClr val="AAB9D0"/>
                </a:solidFill>
                <a:latin typeface="Arial"/>
                <a:ea typeface="Arial"/>
                <a:cs typeface="Arial"/>
              </a:defRPr>
            </a:lvl3pPr>
            <a:lvl4pPr algn="l">
              <a:defRPr sz="1875" b="0">
                <a:solidFill>
                  <a:srgbClr val="AAB9D0"/>
                </a:solidFill>
                <a:latin typeface="Arial"/>
                <a:ea typeface="Arial"/>
                <a:cs typeface="Arial"/>
              </a:defRPr>
            </a:lvl4pPr>
            <a:lvl5pPr algn="l">
              <a:defRPr sz="1875" b="0">
                <a:solidFill>
                  <a:srgbClr val="AAB9D0"/>
                </a:solidFill>
                <a:latin typeface="Arial"/>
                <a:ea typeface="Arial"/>
                <a:cs typeface="Arial"/>
              </a:defRPr>
            </a:lvl5pPr>
            <a:lvl6pPr algn="l">
              <a:defRPr sz="1875" b="0">
                <a:solidFill>
                  <a:srgbClr val="AAB9D0"/>
                </a:solidFill>
                <a:latin typeface="Arial"/>
                <a:ea typeface="Arial"/>
                <a:cs typeface="Arial"/>
              </a:defRPr>
            </a:lvl6pPr>
            <a:lvl7pPr algn="l">
              <a:defRPr sz="1875" b="0">
                <a:solidFill>
                  <a:srgbClr val="AAB9D0"/>
                </a:solidFill>
                <a:latin typeface="Arial"/>
                <a:ea typeface="Arial"/>
                <a:cs typeface="Arial"/>
              </a:defRPr>
            </a:lvl7pPr>
            <a:lvl8pPr algn="l">
              <a:defRPr sz="1875" b="0">
                <a:solidFill>
                  <a:srgbClr val="AAB9D0"/>
                </a:solidFill>
                <a:latin typeface="Arial"/>
                <a:ea typeface="Arial"/>
                <a:cs typeface="Arial"/>
              </a:defRPr>
            </a:lvl8pPr>
            <a:lvl9pPr algn="l">
              <a:defRPr sz="1875" b="0">
                <a:solidFill>
                  <a:srgbClr val="AAB9D0"/>
                </a:solidFill>
                <a:latin typeface="Arial"/>
                <a:ea typeface="Arial"/>
                <a:cs typeface="Arial"/>
              </a:defRPr>
            </a:lvl9pPr>
          </a:lstStyle>
          <a:p xmlns:a="http://schemas.openxmlformats.org/drawingml/2006/main">
            <a:pPr algn="l">
              <a:defRPr sz="1875" b="0">
                <a:solidFill>
                  <a:srgbClr val="AAB9D0"/>
                </a:solidFill>
                <a:latin typeface="Arial"/>
                <a:ea typeface="Arial"/>
                <a:cs typeface="Arial"/>
              </a:defRPr>
            </a:pPr>
            <a:r>
              <a:rPr sz="1875" b="0">
                <a:solidFill>
                  <a:srgbClr val="AAB9D0"/>
                </a:solidFill>
                <a:latin typeface="Arial"/>
                <a:ea typeface="Arial"/>
                <a:cs typeface="Arial"/>
              </a:rPr>
              <a:t>AMI: HA source IP /32</a:t>
            </a:r>
          </a:p>
        </p:txBody>
      </p:sp>
      <p:sp>
        <p:nvSpPr>
          <p:cNvPr id="12" name="69 + 20000–20031">
            <a:extLst xmlns:a="http://schemas.openxmlformats.org/drawingml/2006/main">
              <a:ext uri="{FF2B5EF4-FFF2-40B4-BE49-F238E27FC236}">
                <a16:creationId xmlns:a16="http://schemas.microsoft.com/office/drawing/2014/main" id="{3AFBB2A3-7D66-47DF-98AF-A6C46A109014}"/>
              </a:ext>
            </a:extLst>
          </p:cNvPr>
          <p:cNvSpPr>
            <a:spLocks xmlns:a="http://schemas.openxmlformats.org/drawingml/2006/main" noGrp="1"/>
          </p:cNvSpPr>
          <p:nvPr/>
        </p:nvSpPr>
        <p:spPr>
          <a:xfrm xmlns:a="http://schemas.openxmlformats.org/drawingml/2006/main">
            <a:off x="571500" y="4533900"/>
            <a:ext cx="4667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FF836D"/>
                </a:solidFill>
                <a:latin typeface="Arial"/>
                <a:ea typeface="Arial"/>
                <a:cs typeface="Arial"/>
              </a:defRPr>
            </a:defPPr>
            <a:lvl1pPr algn="l">
              <a:defRPr sz="2475" b="1">
                <a:solidFill>
                  <a:srgbClr val="FF836D"/>
                </a:solidFill>
                <a:latin typeface="Arial"/>
                <a:ea typeface="Arial"/>
                <a:cs typeface="Arial"/>
              </a:defRPr>
            </a:lvl1pPr>
            <a:lvl2pPr algn="l">
              <a:defRPr sz="2475" b="1">
                <a:solidFill>
                  <a:srgbClr val="FF836D"/>
                </a:solidFill>
                <a:latin typeface="Arial"/>
                <a:ea typeface="Arial"/>
                <a:cs typeface="Arial"/>
              </a:defRPr>
            </a:lvl2pPr>
            <a:lvl3pPr algn="l">
              <a:defRPr sz="2475" b="1">
                <a:solidFill>
                  <a:srgbClr val="FF836D"/>
                </a:solidFill>
                <a:latin typeface="Arial"/>
                <a:ea typeface="Arial"/>
                <a:cs typeface="Arial"/>
              </a:defRPr>
            </a:lvl3pPr>
            <a:lvl4pPr algn="l">
              <a:defRPr sz="2475" b="1">
                <a:solidFill>
                  <a:srgbClr val="FF836D"/>
                </a:solidFill>
                <a:latin typeface="Arial"/>
                <a:ea typeface="Arial"/>
                <a:cs typeface="Arial"/>
              </a:defRPr>
            </a:lvl4pPr>
            <a:lvl5pPr algn="l">
              <a:defRPr sz="2475" b="1">
                <a:solidFill>
                  <a:srgbClr val="FF836D"/>
                </a:solidFill>
                <a:latin typeface="Arial"/>
                <a:ea typeface="Arial"/>
                <a:cs typeface="Arial"/>
              </a:defRPr>
            </a:lvl5pPr>
            <a:lvl6pPr algn="l">
              <a:defRPr sz="2475" b="1">
                <a:solidFill>
                  <a:srgbClr val="FF836D"/>
                </a:solidFill>
                <a:latin typeface="Arial"/>
                <a:ea typeface="Arial"/>
                <a:cs typeface="Arial"/>
              </a:defRPr>
            </a:lvl6pPr>
            <a:lvl7pPr algn="l">
              <a:defRPr sz="2475" b="1">
                <a:solidFill>
                  <a:srgbClr val="FF836D"/>
                </a:solidFill>
                <a:latin typeface="Arial"/>
                <a:ea typeface="Arial"/>
                <a:cs typeface="Arial"/>
              </a:defRPr>
            </a:lvl7pPr>
            <a:lvl8pPr algn="l">
              <a:defRPr sz="2475" b="1">
                <a:solidFill>
                  <a:srgbClr val="FF836D"/>
                </a:solidFill>
                <a:latin typeface="Arial"/>
                <a:ea typeface="Arial"/>
                <a:cs typeface="Arial"/>
              </a:defRPr>
            </a:lvl8pPr>
            <a:lvl9pPr algn="l">
              <a:defRPr sz="2475" b="1">
                <a:solidFill>
                  <a:srgbClr val="FF836D"/>
                </a:solidFill>
                <a:latin typeface="Arial"/>
                <a:ea typeface="Arial"/>
                <a:cs typeface="Arial"/>
              </a:defRPr>
            </a:lvl9pPr>
          </a:lstStyle>
          <a:p xmlns:a="http://schemas.openxmlformats.org/drawingml/2006/main">
            <a:pPr algn="l">
              <a:defRPr sz="2475" b="1">
                <a:solidFill>
                  <a:srgbClr val="FF836D"/>
                </a:solidFill>
                <a:latin typeface="Arial"/>
                <a:ea typeface="Arial"/>
                <a:cs typeface="Arial"/>
              </a:defRPr>
            </a:pPr>
            <a:r>
              <a:rPr sz="2475" b="1">
                <a:solidFill>
                  <a:srgbClr val="FF836D"/>
                </a:solidFill>
                <a:latin typeface="Arial"/>
                <a:ea typeface="Arial"/>
                <a:cs typeface="Arial"/>
              </a:rPr>
              <a:t>69 + 20000–20031</a:t>
            </a:r>
          </a:p>
        </p:txBody>
      </p:sp>
      <p:sp>
        <p:nvSpPr>
          <p:cNvPr id="13" name="UDP on PBX">
            <a:extLst xmlns:a="http://schemas.openxmlformats.org/drawingml/2006/main">
              <a:ext uri="{FF2B5EF4-FFF2-40B4-BE49-F238E27FC236}">
                <a16:creationId xmlns:a16="http://schemas.microsoft.com/office/drawing/2014/main" id="{8A11E8CB-F97D-4EE7-8DAB-A99DD4F012EC}"/>
              </a:ext>
            </a:extLst>
          </p:cNvPr>
          <p:cNvSpPr>
            <a:spLocks xmlns:a="http://schemas.openxmlformats.org/drawingml/2006/main" noGrp="1"/>
          </p:cNvSpPr>
          <p:nvPr/>
        </p:nvSpPr>
        <p:spPr>
          <a:xfrm xmlns:a="http://schemas.openxmlformats.org/drawingml/2006/main">
            <a:off x="5429250" y="4600575"/>
            <a:ext cx="2143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F5F7FB"/>
                </a:solidFill>
                <a:latin typeface="Arial"/>
                <a:ea typeface="Arial"/>
                <a:cs typeface="Arial"/>
              </a:defRPr>
            </a:defPPr>
            <a:lvl1pPr algn="l">
              <a:defRPr sz="1950" b="0">
                <a:solidFill>
                  <a:srgbClr val="F5F7FB"/>
                </a:solidFill>
                <a:latin typeface="Arial"/>
                <a:ea typeface="Arial"/>
                <a:cs typeface="Arial"/>
              </a:defRPr>
            </a:lvl1pPr>
            <a:lvl2pPr algn="l">
              <a:defRPr sz="1950" b="0">
                <a:solidFill>
                  <a:srgbClr val="F5F7FB"/>
                </a:solidFill>
                <a:latin typeface="Arial"/>
                <a:ea typeface="Arial"/>
                <a:cs typeface="Arial"/>
              </a:defRPr>
            </a:lvl2pPr>
            <a:lvl3pPr algn="l">
              <a:defRPr sz="1950" b="0">
                <a:solidFill>
                  <a:srgbClr val="F5F7FB"/>
                </a:solidFill>
                <a:latin typeface="Arial"/>
                <a:ea typeface="Arial"/>
                <a:cs typeface="Arial"/>
              </a:defRPr>
            </a:lvl3pPr>
            <a:lvl4pPr algn="l">
              <a:defRPr sz="1950" b="0">
                <a:solidFill>
                  <a:srgbClr val="F5F7FB"/>
                </a:solidFill>
                <a:latin typeface="Arial"/>
                <a:ea typeface="Arial"/>
                <a:cs typeface="Arial"/>
              </a:defRPr>
            </a:lvl4pPr>
            <a:lvl5pPr algn="l">
              <a:defRPr sz="1950" b="0">
                <a:solidFill>
                  <a:srgbClr val="F5F7FB"/>
                </a:solidFill>
                <a:latin typeface="Arial"/>
                <a:ea typeface="Arial"/>
                <a:cs typeface="Arial"/>
              </a:defRPr>
            </a:lvl5pPr>
            <a:lvl6pPr algn="l">
              <a:defRPr sz="1950" b="0">
                <a:solidFill>
                  <a:srgbClr val="F5F7FB"/>
                </a:solidFill>
                <a:latin typeface="Arial"/>
                <a:ea typeface="Arial"/>
                <a:cs typeface="Arial"/>
              </a:defRPr>
            </a:lvl6pPr>
            <a:lvl7pPr algn="l">
              <a:defRPr sz="1950" b="0">
                <a:solidFill>
                  <a:srgbClr val="F5F7FB"/>
                </a:solidFill>
                <a:latin typeface="Arial"/>
                <a:ea typeface="Arial"/>
                <a:cs typeface="Arial"/>
              </a:defRPr>
            </a:lvl7pPr>
            <a:lvl8pPr algn="l">
              <a:defRPr sz="1950" b="0">
                <a:solidFill>
                  <a:srgbClr val="F5F7FB"/>
                </a:solidFill>
                <a:latin typeface="Arial"/>
                <a:ea typeface="Arial"/>
                <a:cs typeface="Arial"/>
              </a:defRPr>
            </a:lvl8pPr>
            <a:lvl9pPr algn="l">
              <a:defRPr sz="1950" b="0">
                <a:solidFill>
                  <a:srgbClr val="F5F7FB"/>
                </a:solidFill>
                <a:latin typeface="Arial"/>
                <a:ea typeface="Arial"/>
                <a:cs typeface="Arial"/>
              </a:defRPr>
            </a:lvl9pPr>
          </a:lstStyle>
          <a:p xmlns:a="http://schemas.openxmlformats.org/drawingml/2006/main">
            <a:pPr algn="l">
              <a:defRPr sz="1950" b="0">
                <a:solidFill>
                  <a:srgbClr val="F5F7FB"/>
                </a:solidFill>
                <a:latin typeface="Arial"/>
                <a:ea typeface="Arial"/>
                <a:cs typeface="Arial"/>
              </a:defRPr>
            </a:pPr>
            <a:r>
              <a:rPr sz="1950" b="0">
                <a:solidFill>
                  <a:srgbClr val="F5F7FB"/>
                </a:solidFill>
                <a:latin typeface="Arial"/>
                <a:ea typeface="Arial"/>
                <a:cs typeface="Arial"/>
              </a:rPr>
              <a:t>UDP on PBX</a:t>
            </a:r>
          </a:p>
        </p:txBody>
      </p:sp>
      <p:sp>
        <p:nvSpPr>
          <p:cNvPr id="14" name="Temporary TFTP">
            <a:extLst xmlns:a="http://schemas.openxmlformats.org/drawingml/2006/main">
              <a:ext uri="{FF2B5EF4-FFF2-40B4-BE49-F238E27FC236}">
                <a16:creationId xmlns:a16="http://schemas.microsoft.com/office/drawing/2014/main" id="{90AC1B38-23D0-49E5-BF96-4EA35D579755}"/>
              </a:ext>
            </a:extLst>
          </p:cNvPr>
          <p:cNvSpPr>
            <a:spLocks xmlns:a="http://schemas.openxmlformats.org/drawingml/2006/main" noGrp="1"/>
          </p:cNvSpPr>
          <p:nvPr/>
        </p:nvSpPr>
        <p:spPr>
          <a:xfrm xmlns:a="http://schemas.openxmlformats.org/drawingml/2006/main">
            <a:off x="7667625" y="4600575"/>
            <a:ext cx="4000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AAB9D0"/>
                </a:solidFill>
                <a:latin typeface="Arial"/>
                <a:ea typeface="Arial"/>
                <a:cs typeface="Arial"/>
              </a:defRPr>
            </a:defPPr>
            <a:lvl1pPr algn="l">
              <a:defRPr sz="1875" b="0">
                <a:solidFill>
                  <a:srgbClr val="AAB9D0"/>
                </a:solidFill>
                <a:latin typeface="Arial"/>
                <a:ea typeface="Arial"/>
                <a:cs typeface="Arial"/>
              </a:defRPr>
            </a:lvl1pPr>
            <a:lvl2pPr algn="l">
              <a:defRPr sz="1875" b="0">
                <a:solidFill>
                  <a:srgbClr val="AAB9D0"/>
                </a:solidFill>
                <a:latin typeface="Arial"/>
                <a:ea typeface="Arial"/>
                <a:cs typeface="Arial"/>
              </a:defRPr>
            </a:lvl2pPr>
            <a:lvl3pPr algn="l">
              <a:defRPr sz="1875" b="0">
                <a:solidFill>
                  <a:srgbClr val="AAB9D0"/>
                </a:solidFill>
                <a:latin typeface="Arial"/>
                <a:ea typeface="Arial"/>
                <a:cs typeface="Arial"/>
              </a:defRPr>
            </a:lvl3pPr>
            <a:lvl4pPr algn="l">
              <a:defRPr sz="1875" b="0">
                <a:solidFill>
                  <a:srgbClr val="AAB9D0"/>
                </a:solidFill>
                <a:latin typeface="Arial"/>
                <a:ea typeface="Arial"/>
                <a:cs typeface="Arial"/>
              </a:defRPr>
            </a:lvl4pPr>
            <a:lvl5pPr algn="l">
              <a:defRPr sz="1875" b="0">
                <a:solidFill>
                  <a:srgbClr val="AAB9D0"/>
                </a:solidFill>
                <a:latin typeface="Arial"/>
                <a:ea typeface="Arial"/>
                <a:cs typeface="Arial"/>
              </a:defRPr>
            </a:lvl5pPr>
            <a:lvl6pPr algn="l">
              <a:defRPr sz="1875" b="0">
                <a:solidFill>
                  <a:srgbClr val="AAB9D0"/>
                </a:solidFill>
                <a:latin typeface="Arial"/>
                <a:ea typeface="Arial"/>
                <a:cs typeface="Arial"/>
              </a:defRPr>
            </a:lvl6pPr>
            <a:lvl7pPr algn="l">
              <a:defRPr sz="1875" b="0">
                <a:solidFill>
                  <a:srgbClr val="AAB9D0"/>
                </a:solidFill>
                <a:latin typeface="Arial"/>
                <a:ea typeface="Arial"/>
                <a:cs typeface="Arial"/>
              </a:defRPr>
            </a:lvl7pPr>
            <a:lvl8pPr algn="l">
              <a:defRPr sz="1875" b="0">
                <a:solidFill>
                  <a:srgbClr val="AAB9D0"/>
                </a:solidFill>
                <a:latin typeface="Arial"/>
                <a:ea typeface="Arial"/>
                <a:cs typeface="Arial"/>
              </a:defRPr>
            </a:lvl8pPr>
            <a:lvl9pPr algn="l">
              <a:defRPr sz="1875" b="0">
                <a:solidFill>
                  <a:srgbClr val="AAB9D0"/>
                </a:solidFill>
                <a:latin typeface="Arial"/>
                <a:ea typeface="Arial"/>
                <a:cs typeface="Arial"/>
              </a:defRPr>
            </a:lvl9pPr>
          </a:lstStyle>
          <a:p xmlns:a="http://schemas.openxmlformats.org/drawingml/2006/main">
            <a:pPr algn="l">
              <a:defRPr sz="1875" b="0">
                <a:solidFill>
                  <a:srgbClr val="AAB9D0"/>
                </a:solidFill>
                <a:latin typeface="Arial"/>
                <a:ea typeface="Arial"/>
                <a:cs typeface="Arial"/>
              </a:defRPr>
            </a:pPr>
            <a:r>
              <a:rPr sz="1875" b="0">
                <a:solidFill>
                  <a:srgbClr val="AAB9D0"/>
                </a:solidFill>
                <a:latin typeface="Arial"/>
                <a:ea typeface="Arial"/>
                <a:cs typeface="Arial"/>
              </a:rPr>
              <a:t>Temporary TFTP</a:t>
            </a:r>
          </a:p>
        </p:txBody>
      </p:sp>
      <p:sp>
        <p:nvSpPr>
          <p:cNvPr id="15" name="HA uses dynamic RTP / RTCP ports. Restrict firewall rules to the ">
            <a:extLst xmlns:a="http://schemas.openxmlformats.org/drawingml/2006/main">
              <a:ext uri="{FF2B5EF4-FFF2-40B4-BE49-F238E27FC236}">
                <a16:creationId xmlns:a16="http://schemas.microsoft.com/office/drawing/2014/main" id="{EFADEB92-5E23-4556-93EB-E993520CE5AE}"/>
              </a:ext>
            </a:extLst>
          </p:cNvPr>
          <p:cNvSpPr>
            <a:spLocks xmlns:a="http://schemas.openxmlformats.org/drawingml/2006/main" noGrp="1"/>
          </p:cNvSpPr>
          <p:nvPr/>
        </p:nvSpPr>
        <p:spPr>
          <a:xfrm xmlns:a="http://schemas.openxmlformats.org/drawingml/2006/main">
            <a:off x="571500" y="5953125"/>
            <a:ext cx="10191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AAB9D0"/>
                </a:solidFill>
                <a:latin typeface="Arial"/>
                <a:ea typeface="Arial"/>
                <a:cs typeface="Arial"/>
              </a:defRPr>
            </a:defPPr>
            <a:lvl1pPr algn="l">
              <a:defRPr sz="1425" b="0">
                <a:solidFill>
                  <a:srgbClr val="AAB9D0"/>
                </a:solidFill>
                <a:latin typeface="Arial"/>
                <a:ea typeface="Arial"/>
                <a:cs typeface="Arial"/>
              </a:defRPr>
            </a:lvl1pPr>
            <a:lvl2pPr algn="l">
              <a:defRPr sz="1425" b="0">
                <a:solidFill>
                  <a:srgbClr val="AAB9D0"/>
                </a:solidFill>
                <a:latin typeface="Arial"/>
                <a:ea typeface="Arial"/>
                <a:cs typeface="Arial"/>
              </a:defRPr>
            </a:lvl2pPr>
            <a:lvl3pPr algn="l">
              <a:defRPr sz="1425" b="0">
                <a:solidFill>
                  <a:srgbClr val="AAB9D0"/>
                </a:solidFill>
                <a:latin typeface="Arial"/>
                <a:ea typeface="Arial"/>
                <a:cs typeface="Arial"/>
              </a:defRPr>
            </a:lvl3pPr>
            <a:lvl4pPr algn="l">
              <a:defRPr sz="1425" b="0">
                <a:solidFill>
                  <a:srgbClr val="AAB9D0"/>
                </a:solidFill>
                <a:latin typeface="Arial"/>
                <a:ea typeface="Arial"/>
                <a:cs typeface="Arial"/>
              </a:defRPr>
            </a:lvl4pPr>
            <a:lvl5pPr algn="l">
              <a:defRPr sz="1425" b="0">
                <a:solidFill>
                  <a:srgbClr val="AAB9D0"/>
                </a:solidFill>
                <a:latin typeface="Arial"/>
                <a:ea typeface="Arial"/>
                <a:cs typeface="Arial"/>
              </a:defRPr>
            </a:lvl5pPr>
            <a:lvl6pPr algn="l">
              <a:defRPr sz="1425" b="0">
                <a:solidFill>
                  <a:srgbClr val="AAB9D0"/>
                </a:solidFill>
                <a:latin typeface="Arial"/>
                <a:ea typeface="Arial"/>
                <a:cs typeface="Arial"/>
              </a:defRPr>
            </a:lvl6pPr>
            <a:lvl7pPr algn="l">
              <a:defRPr sz="1425" b="0">
                <a:solidFill>
                  <a:srgbClr val="AAB9D0"/>
                </a:solidFill>
                <a:latin typeface="Arial"/>
                <a:ea typeface="Arial"/>
                <a:cs typeface="Arial"/>
              </a:defRPr>
            </a:lvl7pPr>
            <a:lvl8pPr algn="l">
              <a:defRPr sz="1425" b="0">
                <a:solidFill>
                  <a:srgbClr val="AAB9D0"/>
                </a:solidFill>
                <a:latin typeface="Arial"/>
                <a:ea typeface="Arial"/>
                <a:cs typeface="Arial"/>
              </a:defRPr>
            </a:lvl8pPr>
            <a:lvl9pPr algn="l">
              <a:defRPr sz="1425" b="0">
                <a:solidFill>
                  <a:srgbClr val="AAB9D0"/>
                </a:solidFill>
                <a:latin typeface="Arial"/>
                <a:ea typeface="Arial"/>
                <a:cs typeface="Arial"/>
              </a:defRPr>
            </a:lvl9pPr>
          </a:lstStyle>
          <a:p xmlns:a="http://schemas.openxmlformats.org/drawingml/2006/main">
            <a:pPr algn="l">
              <a:defRPr sz="1425" b="0">
                <a:solidFill>
                  <a:srgbClr val="AAB9D0"/>
                </a:solidFill>
                <a:latin typeface="Arial"/>
                <a:ea typeface="Arial"/>
                <a:cs typeface="Arial"/>
              </a:defRPr>
            </a:pPr>
            <a:r>
              <a:rPr sz="1425" b="0">
                <a:solidFill>
                  <a:srgbClr val="AAB9D0"/>
                </a:solidFill>
                <a:latin typeface="Arial"/>
                <a:ea typeface="Arial"/>
                <a:cs typeface="Arial"/>
              </a:rPr>
              <a:t>HA uses dynamic RTP / RTCP ports. Restrict firewall rules to the required source IPs.</a:t>
            </a:r>
          </a:p>
        </p:txBody>
      </p:sp>
    </p:spTree>
    <p:extLst>
      <p:ext uri="{BB962C8B-B14F-4D97-AF65-F5344CB8AC3E}">
        <p14:creationId xmlns:p14="http://schemas.microsoft.com/office/powerpoint/2010/main" val="663935495"/>
      </p:ext>
    </p:extLst>
  </p:cSld>
</p:sld>
</file>

<file path=ppt/slides/slide5.xml><?xml version="1.0" encoding="utf-8"?>
<p:sld xmlns:p="http://schemas.openxmlformats.org/presentationml/2006/main">
  <p:cSld>
    <p:bg>
      <p:bgPr>
        <a:solidFill xmlns:a="http://schemas.openxmlformats.org/drawingml/2006/main">
          <a:srgbClr val="101C34"/>
        </a:solidFill>
      </p:bgPr>
    </p:bg>
    <p:spTree>
      <p:nvGrpSpPr>
        <p:cNvPr id="1" name=""/>
        <p:cNvGrpSpPr/>
        <p:nvPr/>
      </p:nvGrpSpPr>
      <p:grpSpPr>
        <a:xfrm xmlns:a="http://schemas.openxmlformats.org/drawingml/2006/main"/>
      </p:grpSpPr>
      <p:cxnSp>
        <p:nvCxnSpPr>
          <p:cNvPr id="12" name="">
            <a:extLst xmlns:a="http://schemas.openxmlformats.org/drawingml/2006/main">
              <a:ext uri="{FF2B5EF4-FFF2-40B4-BE49-F238E27FC236}">
                <a16:creationId xmlns:a16="http://schemas.microsoft.com/office/drawing/2014/main" id="{3FA6E5C9-03AA-4099-8CF5-2AEF963E3E16}"/>
              </a:ext>
            </a:extLst>
          </p:cNvPr>
          <p:cNvCxnSpPr>
            <a:stCxn xmlns:a="http://schemas.openxmlformats.org/drawingml/2006/main" id="6" idx="3"/>
            <a:endCxn xmlns:a="http://schemas.openxmlformats.org/drawingml/2006/main" id="7" idx="1"/>
          </p:cNvCxnSpPr>
          <p:nvPr/>
        </p:nvCxnSpPr>
        <p:spPr>
          <a:xfrm xmlns:a="http://schemas.openxmlformats.org/drawingml/2006/main">
            <a:off x="7296150" y="4598194"/>
            <a:ext cx="1028700" cy="0"/>
          </a:xfrm>
          <a:prstGeom xmlns:a="http://schemas.openxmlformats.org/drawingml/2006/main" prst="straightConnector1">
            <a:avLst/>
          </a:prstGeom>
          <a:ln xmlns:a="http://schemas.openxmlformats.org/drawingml/2006/main" w="28575">
            <a:solidFill>
              <a:srgbClr val="48DDCC"/>
            </a:solidFill>
            <a:tailEnd type="triangle" w="sm" len="sm"/>
          </a:ln>
        </p:spPr>
      </p:cxnSp>
      <p:cxnSp>
        <p:nvCxnSpPr>
          <p:cNvPr id="10" name="">
            <a:extLst xmlns:a="http://schemas.openxmlformats.org/drawingml/2006/main">
              <a:ext uri="{FF2B5EF4-FFF2-40B4-BE49-F238E27FC236}">
                <a16:creationId xmlns:a16="http://schemas.microsoft.com/office/drawing/2014/main" id="{BB4F30D7-6861-41E7-9AB1-7E8DAE84138F}"/>
              </a:ext>
            </a:extLst>
          </p:cNvPr>
          <p:cNvCxnSpPr>
            <a:stCxn xmlns:a="http://schemas.openxmlformats.org/drawingml/2006/main" id="5" idx="3"/>
            <a:endCxn xmlns:a="http://schemas.openxmlformats.org/drawingml/2006/main" id="6" idx="1"/>
          </p:cNvCxnSpPr>
          <p:nvPr/>
        </p:nvCxnSpPr>
        <p:spPr>
          <a:xfrm xmlns:a="http://schemas.openxmlformats.org/drawingml/2006/main">
            <a:off x="3695700" y="4598194"/>
            <a:ext cx="1028700" cy="0"/>
          </a:xfrm>
          <a:prstGeom xmlns:a="http://schemas.openxmlformats.org/drawingml/2006/main" prst="straightConnector1">
            <a:avLst/>
          </a:prstGeom>
          <a:ln xmlns:a="http://schemas.openxmlformats.org/drawingml/2006/main" w="28575">
            <a:solidFill>
              <a:srgbClr val="F7CB64"/>
            </a:solidFill>
            <a:tailEnd type="triangle" w="sm" len="sm"/>
          </a:ln>
        </p:spPr>
      </p:cxnSp>
      <p:cxnSp>
        <p:nvCxnSpPr>
          <p:cNvPr id="8" name="">
            <a:extLst xmlns:a="http://schemas.openxmlformats.org/drawingml/2006/main">
              <a:ext uri="{FF2B5EF4-FFF2-40B4-BE49-F238E27FC236}">
                <a16:creationId xmlns:a16="http://schemas.microsoft.com/office/drawing/2014/main" id="{7355FDED-8B82-45E8-AABB-0B432018F35F}"/>
              </a:ext>
            </a:extLst>
          </p:cNvPr>
          <p:cNvCxnSpPr>
            <a:stCxn xmlns:a="http://schemas.openxmlformats.org/drawingml/2006/main" id="3" idx="3"/>
            <a:endCxn xmlns:a="http://schemas.openxmlformats.org/drawingml/2006/main" id="4" idx="1"/>
          </p:cNvCxnSpPr>
          <p:nvPr/>
        </p:nvCxnSpPr>
        <p:spPr>
          <a:xfrm xmlns:a="http://schemas.openxmlformats.org/drawingml/2006/main">
            <a:off x="3695700" y="2433638"/>
            <a:ext cx="4629150" cy="0"/>
          </a:xfrm>
          <a:prstGeom xmlns:a="http://schemas.openxmlformats.org/drawingml/2006/main" prst="straightConnector1">
            <a:avLst/>
          </a:prstGeom>
          <a:ln xmlns:a="http://schemas.openxmlformats.org/drawingml/2006/main" w="28575">
            <a:solidFill>
              <a:srgbClr val="48DDCC"/>
            </a:solidFill>
            <a:tailEnd type="triangle" w="sm" len="sm"/>
          </a:ln>
        </p:spPr>
      </p:cxnSp>
      <p:sp>
        <p:nvSpPr>
          <p:cNvPr id="15" name="7945G has built-in PoE support">
            <a:extLst xmlns:a="http://schemas.openxmlformats.org/drawingml/2006/main">
              <a:ext uri="{FF2B5EF4-FFF2-40B4-BE49-F238E27FC236}">
                <a16:creationId xmlns:a16="http://schemas.microsoft.com/office/drawing/2014/main" id="{E1871CDD-5780-4590-B757-EC4111738ADE}"/>
              </a:ext>
            </a:extLst>
          </p:cNvPr>
          <p:cNvSpPr>
            <a:spLocks xmlns:a="http://schemas.openxmlformats.org/drawingml/2006/main" noGrp="1"/>
          </p:cNvSpPr>
          <p:nvPr/>
        </p:nvSpPr>
        <p:spPr>
          <a:xfrm xmlns:a="http://schemas.openxmlformats.org/drawingml/2006/main">
            <a:off x="571500" y="41910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75" b="1">
                <a:solidFill>
                  <a:srgbClr val="F5F7FB"/>
                </a:solidFill>
                <a:latin typeface="Arial"/>
                <a:ea typeface="Arial"/>
                <a:cs typeface="Arial"/>
              </a:defRPr>
            </a:defPPr>
            <a:lvl1pPr algn="l">
              <a:defRPr sz="3375" b="1">
                <a:solidFill>
                  <a:srgbClr val="F5F7FB"/>
                </a:solidFill>
                <a:latin typeface="Arial"/>
                <a:ea typeface="Arial"/>
                <a:cs typeface="Arial"/>
              </a:defRPr>
            </a:lvl1pPr>
            <a:lvl2pPr algn="l">
              <a:defRPr sz="3375" b="1">
                <a:solidFill>
                  <a:srgbClr val="F5F7FB"/>
                </a:solidFill>
                <a:latin typeface="Arial"/>
                <a:ea typeface="Arial"/>
                <a:cs typeface="Arial"/>
              </a:defRPr>
            </a:lvl2pPr>
            <a:lvl3pPr algn="l">
              <a:defRPr sz="3375" b="1">
                <a:solidFill>
                  <a:srgbClr val="F5F7FB"/>
                </a:solidFill>
                <a:latin typeface="Arial"/>
                <a:ea typeface="Arial"/>
                <a:cs typeface="Arial"/>
              </a:defRPr>
            </a:lvl3pPr>
            <a:lvl4pPr algn="l">
              <a:defRPr sz="3375" b="1">
                <a:solidFill>
                  <a:srgbClr val="F5F7FB"/>
                </a:solidFill>
                <a:latin typeface="Arial"/>
                <a:ea typeface="Arial"/>
                <a:cs typeface="Arial"/>
              </a:defRPr>
            </a:lvl4pPr>
            <a:lvl5pPr algn="l">
              <a:defRPr sz="3375" b="1">
                <a:solidFill>
                  <a:srgbClr val="F5F7FB"/>
                </a:solidFill>
                <a:latin typeface="Arial"/>
                <a:ea typeface="Arial"/>
                <a:cs typeface="Arial"/>
              </a:defRPr>
            </a:lvl5pPr>
            <a:lvl6pPr algn="l">
              <a:defRPr sz="3375" b="1">
                <a:solidFill>
                  <a:srgbClr val="F5F7FB"/>
                </a:solidFill>
                <a:latin typeface="Arial"/>
                <a:ea typeface="Arial"/>
                <a:cs typeface="Arial"/>
              </a:defRPr>
            </a:lvl6pPr>
            <a:lvl7pPr algn="l">
              <a:defRPr sz="3375" b="1">
                <a:solidFill>
                  <a:srgbClr val="F5F7FB"/>
                </a:solidFill>
                <a:latin typeface="Arial"/>
                <a:ea typeface="Arial"/>
                <a:cs typeface="Arial"/>
              </a:defRPr>
            </a:lvl7pPr>
            <a:lvl8pPr algn="l">
              <a:defRPr sz="3375" b="1">
                <a:solidFill>
                  <a:srgbClr val="F5F7FB"/>
                </a:solidFill>
                <a:latin typeface="Arial"/>
                <a:ea typeface="Arial"/>
                <a:cs typeface="Arial"/>
              </a:defRPr>
            </a:lvl8pPr>
            <a:lvl9pPr algn="l">
              <a:defRPr sz="3375" b="1">
                <a:solidFill>
                  <a:srgbClr val="F5F7FB"/>
                </a:solidFill>
                <a:latin typeface="Arial"/>
                <a:ea typeface="Arial"/>
                <a:cs typeface="Arial"/>
              </a:defRPr>
            </a:lvl9pPr>
          </a:lstStyle>
          <a:p xmlns:a="http://schemas.openxmlformats.org/drawingml/2006/main">
            <a:pPr algn="l">
              <a:defRPr sz="3375" b="1">
                <a:solidFill>
                  <a:srgbClr val="F5F7FB"/>
                </a:solidFill>
                <a:latin typeface="Arial"/>
                <a:ea typeface="Arial"/>
                <a:cs typeface="Arial"/>
              </a:defRPr>
            </a:pPr>
            <a:r>
              <a:rPr sz="3375" b="1">
                <a:solidFill>
                  <a:srgbClr val="F5F7FB"/>
                </a:solidFill>
                <a:latin typeface="Arial"/>
                <a:ea typeface="Arial"/>
                <a:cs typeface="Arial"/>
              </a:rPr>
              <a:t>7945G has built-in PoE support</a:t>
            </a:r>
          </a:p>
        </p:txBody>
      </p:sp>
      <p:sp>
        <p:nvSpPr>
          <p:cNvPr id="2" name="05">
            <a:extLst xmlns:a="http://schemas.openxmlformats.org/drawingml/2006/main">
              <a:ext uri="{FF2B5EF4-FFF2-40B4-BE49-F238E27FC236}">
                <a16:creationId xmlns:a16="http://schemas.microsoft.com/office/drawing/2014/main" id="{C701F637-EDA7-4A8D-8BC8-7BDC4309DD27}"/>
              </a:ext>
            </a:extLst>
          </p:cNvPr>
          <p:cNvSpPr>
            <a:spLocks xmlns:a="http://schemas.openxmlformats.org/drawingml/2006/main" noGrp="1"/>
          </p:cNvSpPr>
          <p:nvPr/>
        </p:nvSpPr>
        <p:spPr>
          <a:xfrm xmlns:a="http://schemas.openxmlformats.org/drawingml/2006/main">
            <a:off x="11049000" y="63627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AAB9D0"/>
                </a:solidFill>
                <a:latin typeface="Arial"/>
                <a:ea typeface="Arial"/>
                <a:cs typeface="Arial"/>
              </a:defRPr>
            </a:defPPr>
            <a:lvl1pPr algn="r">
              <a:defRPr sz="1275" b="0">
                <a:solidFill>
                  <a:srgbClr val="AAB9D0"/>
                </a:solidFill>
                <a:latin typeface="Arial"/>
                <a:ea typeface="Arial"/>
                <a:cs typeface="Arial"/>
              </a:defRPr>
            </a:lvl1pPr>
            <a:lvl2pPr algn="r">
              <a:defRPr sz="1275" b="0">
                <a:solidFill>
                  <a:srgbClr val="AAB9D0"/>
                </a:solidFill>
                <a:latin typeface="Arial"/>
                <a:ea typeface="Arial"/>
                <a:cs typeface="Arial"/>
              </a:defRPr>
            </a:lvl2pPr>
            <a:lvl3pPr algn="r">
              <a:defRPr sz="1275" b="0">
                <a:solidFill>
                  <a:srgbClr val="AAB9D0"/>
                </a:solidFill>
                <a:latin typeface="Arial"/>
                <a:ea typeface="Arial"/>
                <a:cs typeface="Arial"/>
              </a:defRPr>
            </a:lvl3pPr>
            <a:lvl4pPr algn="r">
              <a:defRPr sz="1275" b="0">
                <a:solidFill>
                  <a:srgbClr val="AAB9D0"/>
                </a:solidFill>
                <a:latin typeface="Arial"/>
                <a:ea typeface="Arial"/>
                <a:cs typeface="Arial"/>
              </a:defRPr>
            </a:lvl4pPr>
            <a:lvl5pPr algn="r">
              <a:defRPr sz="1275" b="0">
                <a:solidFill>
                  <a:srgbClr val="AAB9D0"/>
                </a:solidFill>
                <a:latin typeface="Arial"/>
                <a:ea typeface="Arial"/>
                <a:cs typeface="Arial"/>
              </a:defRPr>
            </a:lvl5pPr>
            <a:lvl6pPr algn="r">
              <a:defRPr sz="1275" b="0">
                <a:solidFill>
                  <a:srgbClr val="AAB9D0"/>
                </a:solidFill>
                <a:latin typeface="Arial"/>
                <a:ea typeface="Arial"/>
                <a:cs typeface="Arial"/>
              </a:defRPr>
            </a:lvl6pPr>
            <a:lvl7pPr algn="r">
              <a:defRPr sz="1275" b="0">
                <a:solidFill>
                  <a:srgbClr val="AAB9D0"/>
                </a:solidFill>
                <a:latin typeface="Arial"/>
                <a:ea typeface="Arial"/>
                <a:cs typeface="Arial"/>
              </a:defRPr>
            </a:lvl7pPr>
            <a:lvl8pPr algn="r">
              <a:defRPr sz="1275" b="0">
                <a:solidFill>
                  <a:srgbClr val="AAB9D0"/>
                </a:solidFill>
                <a:latin typeface="Arial"/>
                <a:ea typeface="Arial"/>
                <a:cs typeface="Arial"/>
              </a:defRPr>
            </a:lvl8pPr>
            <a:lvl9pPr algn="r">
              <a:defRPr sz="1275" b="0">
                <a:solidFill>
                  <a:srgbClr val="AAB9D0"/>
                </a:solidFill>
                <a:latin typeface="Arial"/>
                <a:ea typeface="Arial"/>
                <a:cs typeface="Arial"/>
              </a:defRPr>
            </a:lvl9pPr>
          </a:lstStyle>
          <a:p xmlns:a="http://schemas.openxmlformats.org/drawingml/2006/main">
            <a:pPr algn="r">
              <a:defRPr sz="1275" b="0">
                <a:solidFill>
                  <a:srgbClr val="AAB9D0"/>
                </a:solidFill>
                <a:latin typeface="Arial"/>
                <a:ea typeface="Arial"/>
                <a:cs typeface="Arial"/>
              </a:defRPr>
            </a:pPr>
            <a:r>
              <a:rPr sz="1275" b="0">
                <a:solidFill>
                  <a:srgbClr val="AAB9D0"/>
                </a:solidFill>
                <a:latin typeface="Arial"/>
                <a:ea typeface="Arial"/>
                <a:cs typeface="Arial"/>
              </a:rPr>
              <a:t>05</a:t>
            </a:r>
          </a:p>
        </p:txBody>
      </p:sp>
      <p:sp>
        <p:nvSpPr>
          <p:cNvPr id="3" name="poe">
            <a:extLst xmlns:a="http://schemas.openxmlformats.org/drawingml/2006/main">
              <a:ext uri="{FF2B5EF4-FFF2-40B4-BE49-F238E27FC236}">
                <a16:creationId xmlns:a16="http://schemas.microsoft.com/office/drawing/2014/main" id="{B008FFA5-CC1E-4C38-8116-DFF535596448}"/>
              </a:ext>
            </a:extLst>
          </p:cNvPr>
          <p:cNvSpPr>
            <a:spLocks xmlns:a="http://schemas.openxmlformats.org/drawingml/2006/main" noGrp="1"/>
          </p:cNvSpPr>
          <p:nvPr/>
        </p:nvSpPr>
        <p:spPr>
          <a:xfrm xmlns:a="http://schemas.openxmlformats.org/drawingml/2006/main">
            <a:off x="1123950" y="1919288"/>
            <a:ext cx="2571750" cy="1028700"/>
          </a:xfrm>
          <a:prstGeom xmlns:a="http://schemas.openxmlformats.org/drawingml/2006/main" prst="roundRect">
            <a:avLst>
              <a:gd name="adj" fmla="val 9259"/>
            </a:avLst>
          </a:prstGeom>
          <a:solidFill xmlns:a="http://schemas.openxmlformats.org/drawingml/2006/main">
            <a:srgbClr val="172841"/>
          </a:solidFill>
          <a:ln xmlns:a="http://schemas.openxmlformats.org/drawingml/2006/main" w="19050">
            <a:solidFill>
              <a:srgbClr val="48DDCC"/>
            </a:solidFill>
          </a:ln>
        </p:spPr>
        <p:txBody>
          <a:bodyPr xmlns:a="http://schemas.openxmlformats.org/drawingml/2006/main" lIns="76200" tIns="76200" rIns="76200" bIns="76200" anchor="ctr">
            <a:noAutofit/>
          </a:bodyPr>
          <a:lstStyle xmlns:a="http://schemas.openxmlformats.org/drawingml/2006/main">
            <a:defPPr algn="ctr">
              <a:defRPr sz="1620" b="1">
                <a:solidFill>
                  <a:srgbClr val="F5F7FB"/>
                </a:solidFill>
                <a:latin typeface="Arial"/>
                <a:ea typeface="Arial"/>
                <a:cs typeface="Arial"/>
              </a:defRPr>
            </a:defPPr>
            <a:lvl1pPr algn="ctr">
              <a:defRPr sz="1620" b="1">
                <a:solidFill>
                  <a:srgbClr val="F5F7FB"/>
                </a:solidFill>
                <a:latin typeface="Arial"/>
                <a:ea typeface="Arial"/>
                <a:cs typeface="Arial"/>
              </a:defRPr>
            </a:lvl1pPr>
            <a:lvl2pPr algn="ctr">
              <a:defRPr sz="1620" b="1">
                <a:solidFill>
                  <a:srgbClr val="F5F7FB"/>
                </a:solidFill>
                <a:latin typeface="Arial"/>
                <a:ea typeface="Arial"/>
                <a:cs typeface="Arial"/>
              </a:defRPr>
            </a:lvl2pPr>
            <a:lvl3pPr algn="ctr">
              <a:defRPr sz="1620" b="1">
                <a:solidFill>
                  <a:srgbClr val="F5F7FB"/>
                </a:solidFill>
                <a:latin typeface="Arial"/>
                <a:ea typeface="Arial"/>
                <a:cs typeface="Arial"/>
              </a:defRPr>
            </a:lvl3pPr>
            <a:lvl4pPr algn="ctr">
              <a:defRPr sz="1620" b="1">
                <a:solidFill>
                  <a:srgbClr val="F5F7FB"/>
                </a:solidFill>
                <a:latin typeface="Arial"/>
                <a:ea typeface="Arial"/>
                <a:cs typeface="Arial"/>
              </a:defRPr>
            </a:lvl4pPr>
            <a:lvl5pPr algn="ctr">
              <a:defRPr sz="1620" b="1">
                <a:solidFill>
                  <a:srgbClr val="F5F7FB"/>
                </a:solidFill>
                <a:latin typeface="Arial"/>
                <a:ea typeface="Arial"/>
                <a:cs typeface="Arial"/>
              </a:defRPr>
            </a:lvl5pPr>
            <a:lvl6pPr algn="ctr">
              <a:defRPr sz="1620" b="1">
                <a:solidFill>
                  <a:srgbClr val="F5F7FB"/>
                </a:solidFill>
                <a:latin typeface="Arial"/>
                <a:ea typeface="Arial"/>
                <a:cs typeface="Arial"/>
              </a:defRPr>
            </a:lvl6pPr>
            <a:lvl7pPr algn="ctr">
              <a:defRPr sz="1620" b="1">
                <a:solidFill>
                  <a:srgbClr val="F5F7FB"/>
                </a:solidFill>
                <a:latin typeface="Arial"/>
                <a:ea typeface="Arial"/>
                <a:cs typeface="Arial"/>
              </a:defRPr>
            </a:lvl7pPr>
            <a:lvl8pPr algn="ctr">
              <a:defRPr sz="1620" b="1">
                <a:solidFill>
                  <a:srgbClr val="F5F7FB"/>
                </a:solidFill>
                <a:latin typeface="Arial"/>
                <a:ea typeface="Arial"/>
                <a:cs typeface="Arial"/>
              </a:defRPr>
            </a:lvl8pPr>
            <a:lvl9pPr algn="ctr">
              <a:defRPr sz="1620" b="1">
                <a:solidFill>
                  <a:srgbClr val="F5F7FB"/>
                </a:solidFill>
                <a:latin typeface="Arial"/>
                <a:ea typeface="Arial"/>
                <a:cs typeface="Arial"/>
              </a:defRPr>
            </a:lvl9pPr>
          </a:lstStyle>
          <a:p xmlns:a="http://schemas.openxmlformats.org/drawingml/2006/main">
            <a:pPr algn="ctr">
              <a:defRPr sz="1620" b="1">
                <a:solidFill>
                  <a:srgbClr val="F5F7FB"/>
                </a:solidFill>
                <a:latin typeface="Arial"/>
                <a:ea typeface="Arial"/>
                <a:cs typeface="Arial"/>
              </a:defRPr>
            </a:pPr>
            <a:r>
              <a:rPr sz="1620" b="1">
                <a:solidFill>
                  <a:srgbClr val="F5F7FB"/>
                </a:solidFill>
                <a:latin typeface="Arial"/>
                <a:ea typeface="Arial"/>
                <a:cs typeface="Arial"/>
              </a:rPr>
              <a:t>PoE switch</a:t>
            </a:r>
          </a:p>
          <a:p xmlns:a="http://schemas.openxmlformats.org/drawingml/2006/main">
            <a:pPr algn="ctr">
              <a:defRPr sz="1620" b="1">
                <a:solidFill>
                  <a:srgbClr val="F5F7FB"/>
                </a:solidFill>
                <a:latin typeface="Arial"/>
                <a:ea typeface="Arial"/>
                <a:cs typeface="Arial"/>
              </a:defRPr>
            </a:pPr>
            <a:r>
              <a:rPr sz="1620" b="1">
                <a:solidFill>
                  <a:srgbClr val="F5F7FB"/>
                </a:solidFill>
                <a:latin typeface="Arial"/>
                <a:ea typeface="Arial"/>
                <a:cs typeface="Arial"/>
              </a:rPr>
              <a:t>IEEE 802.3af</a:t>
            </a:r>
          </a:p>
        </p:txBody>
      </p:sp>
      <p:sp>
        <p:nvSpPr>
          <p:cNvPr id="4" name="phone1">
            <a:extLst xmlns:a="http://schemas.openxmlformats.org/drawingml/2006/main">
              <a:ext uri="{FF2B5EF4-FFF2-40B4-BE49-F238E27FC236}">
                <a16:creationId xmlns:a16="http://schemas.microsoft.com/office/drawing/2014/main" id="{2C6CDC8E-380F-4FDE-869F-91C0C30B1BAE}"/>
              </a:ext>
            </a:extLst>
          </p:cNvPr>
          <p:cNvSpPr>
            <a:spLocks xmlns:a="http://schemas.openxmlformats.org/drawingml/2006/main" noGrp="1"/>
          </p:cNvSpPr>
          <p:nvPr/>
        </p:nvSpPr>
        <p:spPr>
          <a:xfrm xmlns:a="http://schemas.openxmlformats.org/drawingml/2006/main">
            <a:off x="8324850" y="1919288"/>
            <a:ext cx="2657475" cy="1028700"/>
          </a:xfrm>
          <a:prstGeom xmlns:a="http://schemas.openxmlformats.org/drawingml/2006/main" prst="roundRect">
            <a:avLst>
              <a:gd name="adj" fmla="val 9259"/>
            </a:avLst>
          </a:prstGeom>
          <a:solidFill xmlns:a="http://schemas.openxmlformats.org/drawingml/2006/main">
            <a:srgbClr val="172841"/>
          </a:solidFill>
          <a:ln xmlns:a="http://schemas.openxmlformats.org/drawingml/2006/main" w="19050">
            <a:solidFill>
              <a:srgbClr val="48DDCC"/>
            </a:solidFill>
          </a:ln>
        </p:spPr>
        <p:txBody>
          <a:bodyPr xmlns:a="http://schemas.openxmlformats.org/drawingml/2006/main" lIns="76200" tIns="76200" rIns="76200" bIns="76200" anchor="ctr">
            <a:noAutofit/>
          </a:bodyPr>
          <a:lstStyle xmlns:a="http://schemas.openxmlformats.org/drawingml/2006/main">
            <a:defPPr algn="ctr">
              <a:defRPr sz="1620" b="1">
                <a:solidFill>
                  <a:srgbClr val="F5F7FB"/>
                </a:solidFill>
                <a:latin typeface="Arial"/>
                <a:ea typeface="Arial"/>
                <a:cs typeface="Arial"/>
              </a:defRPr>
            </a:defPPr>
            <a:lvl1pPr algn="ctr">
              <a:defRPr sz="1620" b="1">
                <a:solidFill>
                  <a:srgbClr val="F5F7FB"/>
                </a:solidFill>
                <a:latin typeface="Arial"/>
                <a:ea typeface="Arial"/>
                <a:cs typeface="Arial"/>
              </a:defRPr>
            </a:lvl1pPr>
            <a:lvl2pPr algn="ctr">
              <a:defRPr sz="1620" b="1">
                <a:solidFill>
                  <a:srgbClr val="F5F7FB"/>
                </a:solidFill>
                <a:latin typeface="Arial"/>
                <a:ea typeface="Arial"/>
                <a:cs typeface="Arial"/>
              </a:defRPr>
            </a:lvl2pPr>
            <a:lvl3pPr algn="ctr">
              <a:defRPr sz="1620" b="1">
                <a:solidFill>
                  <a:srgbClr val="F5F7FB"/>
                </a:solidFill>
                <a:latin typeface="Arial"/>
                <a:ea typeface="Arial"/>
                <a:cs typeface="Arial"/>
              </a:defRPr>
            </a:lvl3pPr>
            <a:lvl4pPr algn="ctr">
              <a:defRPr sz="1620" b="1">
                <a:solidFill>
                  <a:srgbClr val="F5F7FB"/>
                </a:solidFill>
                <a:latin typeface="Arial"/>
                <a:ea typeface="Arial"/>
                <a:cs typeface="Arial"/>
              </a:defRPr>
            </a:lvl4pPr>
            <a:lvl5pPr algn="ctr">
              <a:defRPr sz="1620" b="1">
                <a:solidFill>
                  <a:srgbClr val="F5F7FB"/>
                </a:solidFill>
                <a:latin typeface="Arial"/>
                <a:ea typeface="Arial"/>
                <a:cs typeface="Arial"/>
              </a:defRPr>
            </a:lvl5pPr>
            <a:lvl6pPr algn="ctr">
              <a:defRPr sz="1620" b="1">
                <a:solidFill>
                  <a:srgbClr val="F5F7FB"/>
                </a:solidFill>
                <a:latin typeface="Arial"/>
                <a:ea typeface="Arial"/>
                <a:cs typeface="Arial"/>
              </a:defRPr>
            </a:lvl6pPr>
            <a:lvl7pPr algn="ctr">
              <a:defRPr sz="1620" b="1">
                <a:solidFill>
                  <a:srgbClr val="F5F7FB"/>
                </a:solidFill>
                <a:latin typeface="Arial"/>
                <a:ea typeface="Arial"/>
                <a:cs typeface="Arial"/>
              </a:defRPr>
            </a:lvl7pPr>
            <a:lvl8pPr algn="ctr">
              <a:defRPr sz="1620" b="1">
                <a:solidFill>
                  <a:srgbClr val="F5F7FB"/>
                </a:solidFill>
                <a:latin typeface="Arial"/>
                <a:ea typeface="Arial"/>
                <a:cs typeface="Arial"/>
              </a:defRPr>
            </a:lvl8pPr>
            <a:lvl9pPr algn="ctr">
              <a:defRPr sz="1620" b="1">
                <a:solidFill>
                  <a:srgbClr val="F5F7FB"/>
                </a:solidFill>
                <a:latin typeface="Arial"/>
                <a:ea typeface="Arial"/>
                <a:cs typeface="Arial"/>
              </a:defRPr>
            </a:lvl9pPr>
          </a:lstStyle>
          <a:p xmlns:a="http://schemas.openxmlformats.org/drawingml/2006/main">
            <a:pPr algn="ctr">
              <a:defRPr sz="1620" b="1">
                <a:solidFill>
                  <a:srgbClr val="F5F7FB"/>
                </a:solidFill>
                <a:latin typeface="Arial"/>
                <a:ea typeface="Arial"/>
                <a:cs typeface="Arial"/>
              </a:defRPr>
            </a:pPr>
            <a:r>
              <a:rPr sz="1620" b="1">
                <a:solidFill>
                  <a:srgbClr val="F5F7FB"/>
                </a:solidFill>
                <a:latin typeface="Arial"/>
                <a:ea typeface="Arial"/>
                <a:cs typeface="Arial"/>
              </a:rPr>
              <a:t>Cisco 7945G</a:t>
            </a:r>
          </a:p>
          <a:p xmlns:a="http://schemas.openxmlformats.org/drawingml/2006/main">
            <a:pPr algn="ctr">
              <a:defRPr sz="1620" b="1">
                <a:solidFill>
                  <a:srgbClr val="F5F7FB"/>
                </a:solidFill>
                <a:latin typeface="Arial"/>
                <a:ea typeface="Arial"/>
                <a:cs typeface="Arial"/>
              </a:defRPr>
            </a:pPr>
            <a:r>
              <a:rPr sz="1620" b="1">
                <a:solidFill>
                  <a:srgbClr val="F5F7FB"/>
                </a:solidFill>
                <a:latin typeface="Arial"/>
                <a:ea typeface="Arial"/>
                <a:cs typeface="Arial"/>
              </a:rPr>
              <a:t>SW / Network port</a:t>
            </a:r>
          </a:p>
        </p:txBody>
      </p:sp>
      <p:sp>
        <p:nvSpPr>
          <p:cNvPr id="5" name="lan">
            <a:extLst xmlns:a="http://schemas.openxmlformats.org/drawingml/2006/main">
              <a:ext uri="{FF2B5EF4-FFF2-40B4-BE49-F238E27FC236}">
                <a16:creationId xmlns:a16="http://schemas.microsoft.com/office/drawing/2014/main" id="{617B5DB6-24E6-4341-BA8F-6B75FA94A85F}"/>
              </a:ext>
            </a:extLst>
          </p:cNvPr>
          <p:cNvSpPr>
            <a:spLocks xmlns:a="http://schemas.openxmlformats.org/drawingml/2006/main" noGrp="1"/>
          </p:cNvSpPr>
          <p:nvPr/>
        </p:nvSpPr>
        <p:spPr>
          <a:xfrm xmlns:a="http://schemas.openxmlformats.org/drawingml/2006/main">
            <a:off x="1123950" y="4105275"/>
            <a:ext cx="2571750" cy="985838"/>
          </a:xfrm>
          <a:prstGeom xmlns:a="http://schemas.openxmlformats.org/drawingml/2006/main" prst="roundRect">
            <a:avLst>
              <a:gd name="adj" fmla="val 9662"/>
            </a:avLst>
          </a:prstGeom>
          <a:solidFill xmlns:a="http://schemas.openxmlformats.org/drawingml/2006/main">
            <a:srgbClr val="172841"/>
          </a:solidFill>
          <a:ln xmlns:a="http://schemas.openxmlformats.org/drawingml/2006/main" w="19050">
            <a:solidFill>
              <a:srgbClr val="F7CB64"/>
            </a:solidFill>
          </a:ln>
        </p:spPr>
        <p:txBody>
          <a:bodyPr xmlns:a="http://schemas.openxmlformats.org/drawingml/2006/main" lIns="76200" tIns="76200" rIns="76200" bIns="76200" anchor="ctr">
            <a:noAutofit/>
          </a:bodyPr>
          <a:lstStyle xmlns:a="http://schemas.openxmlformats.org/drawingml/2006/main">
            <a:defPPr algn="ctr">
              <a:defRPr sz="1620" b="1">
                <a:solidFill>
                  <a:srgbClr val="F5F7FB"/>
                </a:solidFill>
                <a:latin typeface="Arial"/>
                <a:ea typeface="Arial"/>
                <a:cs typeface="Arial"/>
              </a:defRPr>
            </a:defPPr>
            <a:lvl1pPr algn="ctr">
              <a:defRPr sz="1620" b="1">
                <a:solidFill>
                  <a:srgbClr val="F5F7FB"/>
                </a:solidFill>
                <a:latin typeface="Arial"/>
                <a:ea typeface="Arial"/>
                <a:cs typeface="Arial"/>
              </a:defRPr>
            </a:lvl1pPr>
            <a:lvl2pPr algn="ctr">
              <a:defRPr sz="1620" b="1">
                <a:solidFill>
                  <a:srgbClr val="F5F7FB"/>
                </a:solidFill>
                <a:latin typeface="Arial"/>
                <a:ea typeface="Arial"/>
                <a:cs typeface="Arial"/>
              </a:defRPr>
            </a:lvl2pPr>
            <a:lvl3pPr algn="ctr">
              <a:defRPr sz="1620" b="1">
                <a:solidFill>
                  <a:srgbClr val="F5F7FB"/>
                </a:solidFill>
                <a:latin typeface="Arial"/>
                <a:ea typeface="Arial"/>
                <a:cs typeface="Arial"/>
              </a:defRPr>
            </a:lvl3pPr>
            <a:lvl4pPr algn="ctr">
              <a:defRPr sz="1620" b="1">
                <a:solidFill>
                  <a:srgbClr val="F5F7FB"/>
                </a:solidFill>
                <a:latin typeface="Arial"/>
                <a:ea typeface="Arial"/>
                <a:cs typeface="Arial"/>
              </a:defRPr>
            </a:lvl4pPr>
            <a:lvl5pPr algn="ctr">
              <a:defRPr sz="1620" b="1">
                <a:solidFill>
                  <a:srgbClr val="F5F7FB"/>
                </a:solidFill>
                <a:latin typeface="Arial"/>
                <a:ea typeface="Arial"/>
                <a:cs typeface="Arial"/>
              </a:defRPr>
            </a:lvl5pPr>
            <a:lvl6pPr algn="ctr">
              <a:defRPr sz="1620" b="1">
                <a:solidFill>
                  <a:srgbClr val="F5F7FB"/>
                </a:solidFill>
                <a:latin typeface="Arial"/>
                <a:ea typeface="Arial"/>
                <a:cs typeface="Arial"/>
              </a:defRPr>
            </a:lvl6pPr>
            <a:lvl7pPr algn="ctr">
              <a:defRPr sz="1620" b="1">
                <a:solidFill>
                  <a:srgbClr val="F5F7FB"/>
                </a:solidFill>
                <a:latin typeface="Arial"/>
                <a:ea typeface="Arial"/>
                <a:cs typeface="Arial"/>
              </a:defRPr>
            </a:lvl7pPr>
            <a:lvl8pPr algn="ctr">
              <a:defRPr sz="1620" b="1">
                <a:solidFill>
                  <a:srgbClr val="F5F7FB"/>
                </a:solidFill>
                <a:latin typeface="Arial"/>
                <a:ea typeface="Arial"/>
                <a:cs typeface="Arial"/>
              </a:defRPr>
            </a:lvl8pPr>
            <a:lvl9pPr algn="ctr">
              <a:defRPr sz="1620" b="1">
                <a:solidFill>
                  <a:srgbClr val="F5F7FB"/>
                </a:solidFill>
                <a:latin typeface="Arial"/>
                <a:ea typeface="Arial"/>
                <a:cs typeface="Arial"/>
              </a:defRPr>
            </a:lvl9pPr>
          </a:lstStyle>
          <a:p xmlns:a="http://schemas.openxmlformats.org/drawingml/2006/main">
            <a:pPr algn="ctr">
              <a:defRPr sz="1620" b="1">
                <a:solidFill>
                  <a:srgbClr val="F5F7FB"/>
                </a:solidFill>
                <a:latin typeface="Arial"/>
                <a:ea typeface="Arial"/>
                <a:cs typeface="Arial"/>
              </a:defRPr>
            </a:pPr>
            <a:r>
              <a:rPr sz="1620" b="1">
                <a:solidFill>
                  <a:srgbClr val="F5F7FB"/>
                </a:solidFill>
                <a:latin typeface="Arial"/>
                <a:ea typeface="Arial"/>
                <a:cs typeface="Arial"/>
              </a:rPr>
              <a:t>Standard switch</a:t>
            </a:r>
          </a:p>
          <a:p xmlns:a="http://schemas.openxmlformats.org/drawingml/2006/main">
            <a:pPr algn="ctr">
              <a:defRPr sz="1620" b="1">
                <a:solidFill>
                  <a:srgbClr val="F5F7FB"/>
                </a:solidFill>
                <a:latin typeface="Arial"/>
                <a:ea typeface="Arial"/>
                <a:cs typeface="Arial"/>
              </a:defRPr>
            </a:pPr>
            <a:r>
              <a:rPr sz="1620" b="1">
                <a:solidFill>
                  <a:srgbClr val="F5F7FB"/>
                </a:solidFill>
                <a:latin typeface="Arial"/>
                <a:ea typeface="Arial"/>
                <a:cs typeface="Arial"/>
              </a:rPr>
              <a:t>Ethernet</a:t>
            </a:r>
          </a:p>
        </p:txBody>
      </p:sp>
      <p:sp>
        <p:nvSpPr>
          <p:cNvPr id="6" name="injector">
            <a:extLst xmlns:a="http://schemas.openxmlformats.org/drawingml/2006/main">
              <a:ext uri="{FF2B5EF4-FFF2-40B4-BE49-F238E27FC236}">
                <a16:creationId xmlns:a16="http://schemas.microsoft.com/office/drawing/2014/main" id="{DE52E7D0-8C54-449F-8A49-7987B9790531}"/>
              </a:ext>
            </a:extLst>
          </p:cNvPr>
          <p:cNvSpPr>
            <a:spLocks xmlns:a="http://schemas.openxmlformats.org/drawingml/2006/main" noGrp="1"/>
          </p:cNvSpPr>
          <p:nvPr/>
        </p:nvSpPr>
        <p:spPr>
          <a:xfrm xmlns:a="http://schemas.openxmlformats.org/drawingml/2006/main">
            <a:off x="4724400" y="4105275"/>
            <a:ext cx="2571750" cy="985838"/>
          </a:xfrm>
          <a:prstGeom xmlns:a="http://schemas.openxmlformats.org/drawingml/2006/main" prst="roundRect">
            <a:avLst>
              <a:gd name="adj" fmla="val 9662"/>
            </a:avLst>
          </a:prstGeom>
          <a:solidFill xmlns:a="http://schemas.openxmlformats.org/drawingml/2006/main">
            <a:srgbClr val="172841"/>
          </a:solidFill>
          <a:ln xmlns:a="http://schemas.openxmlformats.org/drawingml/2006/main" w="19050">
            <a:solidFill>
              <a:srgbClr val="FF836D"/>
            </a:solidFill>
          </a:ln>
        </p:spPr>
        <p:txBody>
          <a:bodyPr xmlns:a="http://schemas.openxmlformats.org/drawingml/2006/main" lIns="76200" tIns="76200" rIns="76200" bIns="76200" anchor="ctr">
            <a:noAutofit/>
          </a:bodyPr>
          <a:lstStyle xmlns:a="http://schemas.openxmlformats.org/drawingml/2006/main">
            <a:defPPr algn="ctr">
              <a:defRPr sz="1620" b="1">
                <a:solidFill>
                  <a:srgbClr val="F5F7FB"/>
                </a:solidFill>
                <a:latin typeface="Arial"/>
                <a:ea typeface="Arial"/>
                <a:cs typeface="Arial"/>
              </a:defRPr>
            </a:defPPr>
            <a:lvl1pPr algn="ctr">
              <a:defRPr sz="1620" b="1">
                <a:solidFill>
                  <a:srgbClr val="F5F7FB"/>
                </a:solidFill>
                <a:latin typeface="Arial"/>
                <a:ea typeface="Arial"/>
                <a:cs typeface="Arial"/>
              </a:defRPr>
            </a:lvl1pPr>
            <a:lvl2pPr algn="ctr">
              <a:defRPr sz="1620" b="1">
                <a:solidFill>
                  <a:srgbClr val="F5F7FB"/>
                </a:solidFill>
                <a:latin typeface="Arial"/>
                <a:ea typeface="Arial"/>
                <a:cs typeface="Arial"/>
              </a:defRPr>
            </a:lvl2pPr>
            <a:lvl3pPr algn="ctr">
              <a:defRPr sz="1620" b="1">
                <a:solidFill>
                  <a:srgbClr val="F5F7FB"/>
                </a:solidFill>
                <a:latin typeface="Arial"/>
                <a:ea typeface="Arial"/>
                <a:cs typeface="Arial"/>
              </a:defRPr>
            </a:lvl3pPr>
            <a:lvl4pPr algn="ctr">
              <a:defRPr sz="1620" b="1">
                <a:solidFill>
                  <a:srgbClr val="F5F7FB"/>
                </a:solidFill>
                <a:latin typeface="Arial"/>
                <a:ea typeface="Arial"/>
                <a:cs typeface="Arial"/>
              </a:defRPr>
            </a:lvl4pPr>
            <a:lvl5pPr algn="ctr">
              <a:defRPr sz="1620" b="1">
                <a:solidFill>
                  <a:srgbClr val="F5F7FB"/>
                </a:solidFill>
                <a:latin typeface="Arial"/>
                <a:ea typeface="Arial"/>
                <a:cs typeface="Arial"/>
              </a:defRPr>
            </a:lvl5pPr>
            <a:lvl6pPr algn="ctr">
              <a:defRPr sz="1620" b="1">
                <a:solidFill>
                  <a:srgbClr val="F5F7FB"/>
                </a:solidFill>
                <a:latin typeface="Arial"/>
                <a:ea typeface="Arial"/>
                <a:cs typeface="Arial"/>
              </a:defRPr>
            </a:lvl6pPr>
            <a:lvl7pPr algn="ctr">
              <a:defRPr sz="1620" b="1">
                <a:solidFill>
                  <a:srgbClr val="F5F7FB"/>
                </a:solidFill>
                <a:latin typeface="Arial"/>
                <a:ea typeface="Arial"/>
                <a:cs typeface="Arial"/>
              </a:defRPr>
            </a:lvl7pPr>
            <a:lvl8pPr algn="ctr">
              <a:defRPr sz="1620" b="1">
                <a:solidFill>
                  <a:srgbClr val="F5F7FB"/>
                </a:solidFill>
                <a:latin typeface="Arial"/>
                <a:ea typeface="Arial"/>
                <a:cs typeface="Arial"/>
              </a:defRPr>
            </a:lvl8pPr>
            <a:lvl9pPr algn="ctr">
              <a:defRPr sz="1620" b="1">
                <a:solidFill>
                  <a:srgbClr val="F5F7FB"/>
                </a:solidFill>
                <a:latin typeface="Arial"/>
                <a:ea typeface="Arial"/>
                <a:cs typeface="Arial"/>
              </a:defRPr>
            </a:lvl9pPr>
          </a:lstStyle>
          <a:p xmlns:a="http://schemas.openxmlformats.org/drawingml/2006/main">
            <a:pPr algn="ctr">
              <a:defRPr sz="1620" b="1">
                <a:solidFill>
                  <a:srgbClr val="F5F7FB"/>
                </a:solidFill>
                <a:latin typeface="Arial"/>
                <a:ea typeface="Arial"/>
                <a:cs typeface="Arial"/>
              </a:defRPr>
            </a:pPr>
            <a:r>
              <a:rPr sz="1620" b="1">
                <a:solidFill>
                  <a:srgbClr val="F5F7FB"/>
                </a:solidFill>
                <a:latin typeface="Arial"/>
                <a:ea typeface="Arial"/>
                <a:cs typeface="Arial"/>
              </a:rPr>
              <a:t>Active injector</a:t>
            </a:r>
          </a:p>
          <a:p xmlns:a="http://schemas.openxmlformats.org/drawingml/2006/main">
            <a:pPr algn="ctr">
              <a:defRPr sz="1620" b="1">
                <a:solidFill>
                  <a:srgbClr val="F5F7FB"/>
                </a:solidFill>
                <a:latin typeface="Arial"/>
                <a:ea typeface="Arial"/>
                <a:cs typeface="Arial"/>
              </a:defRPr>
            </a:pPr>
            <a:r>
              <a:rPr sz="1620" b="1">
                <a:solidFill>
                  <a:srgbClr val="F5F7FB"/>
                </a:solidFill>
                <a:latin typeface="Arial"/>
                <a:ea typeface="Arial"/>
                <a:cs typeface="Arial"/>
              </a:rPr>
              <a:t>IEEE 802.3af</a:t>
            </a:r>
          </a:p>
        </p:txBody>
      </p:sp>
      <p:sp>
        <p:nvSpPr>
          <p:cNvPr id="7" name="phone2">
            <a:extLst xmlns:a="http://schemas.openxmlformats.org/drawingml/2006/main">
              <a:ext uri="{FF2B5EF4-FFF2-40B4-BE49-F238E27FC236}">
                <a16:creationId xmlns:a16="http://schemas.microsoft.com/office/drawing/2014/main" id="{1E8056C9-2281-4D0C-B947-9F9F60945036}"/>
              </a:ext>
            </a:extLst>
          </p:cNvPr>
          <p:cNvSpPr>
            <a:spLocks xmlns:a="http://schemas.openxmlformats.org/drawingml/2006/main" noGrp="1"/>
          </p:cNvSpPr>
          <p:nvPr/>
        </p:nvSpPr>
        <p:spPr>
          <a:xfrm xmlns:a="http://schemas.openxmlformats.org/drawingml/2006/main">
            <a:off x="8324850" y="4105275"/>
            <a:ext cx="2657475" cy="985838"/>
          </a:xfrm>
          <a:prstGeom xmlns:a="http://schemas.openxmlformats.org/drawingml/2006/main" prst="roundRect">
            <a:avLst>
              <a:gd name="adj" fmla="val 9662"/>
            </a:avLst>
          </a:prstGeom>
          <a:solidFill xmlns:a="http://schemas.openxmlformats.org/drawingml/2006/main">
            <a:srgbClr val="172841"/>
          </a:solidFill>
          <a:ln xmlns:a="http://schemas.openxmlformats.org/drawingml/2006/main" w="19050">
            <a:solidFill>
              <a:srgbClr val="48DDCC"/>
            </a:solidFill>
          </a:ln>
        </p:spPr>
        <p:txBody>
          <a:bodyPr xmlns:a="http://schemas.openxmlformats.org/drawingml/2006/main" lIns="76200" tIns="76200" rIns="76200" bIns="76200" anchor="ctr">
            <a:noAutofit/>
          </a:bodyPr>
          <a:lstStyle xmlns:a="http://schemas.openxmlformats.org/drawingml/2006/main">
            <a:defPPr algn="ctr">
              <a:defRPr sz="1620" b="1">
                <a:solidFill>
                  <a:srgbClr val="F5F7FB"/>
                </a:solidFill>
                <a:latin typeface="Arial"/>
                <a:ea typeface="Arial"/>
                <a:cs typeface="Arial"/>
              </a:defRPr>
            </a:defPPr>
            <a:lvl1pPr algn="ctr">
              <a:defRPr sz="1620" b="1">
                <a:solidFill>
                  <a:srgbClr val="F5F7FB"/>
                </a:solidFill>
                <a:latin typeface="Arial"/>
                <a:ea typeface="Arial"/>
                <a:cs typeface="Arial"/>
              </a:defRPr>
            </a:lvl1pPr>
            <a:lvl2pPr algn="ctr">
              <a:defRPr sz="1620" b="1">
                <a:solidFill>
                  <a:srgbClr val="F5F7FB"/>
                </a:solidFill>
                <a:latin typeface="Arial"/>
                <a:ea typeface="Arial"/>
                <a:cs typeface="Arial"/>
              </a:defRPr>
            </a:lvl2pPr>
            <a:lvl3pPr algn="ctr">
              <a:defRPr sz="1620" b="1">
                <a:solidFill>
                  <a:srgbClr val="F5F7FB"/>
                </a:solidFill>
                <a:latin typeface="Arial"/>
                <a:ea typeface="Arial"/>
                <a:cs typeface="Arial"/>
              </a:defRPr>
            </a:lvl3pPr>
            <a:lvl4pPr algn="ctr">
              <a:defRPr sz="1620" b="1">
                <a:solidFill>
                  <a:srgbClr val="F5F7FB"/>
                </a:solidFill>
                <a:latin typeface="Arial"/>
                <a:ea typeface="Arial"/>
                <a:cs typeface="Arial"/>
              </a:defRPr>
            </a:lvl4pPr>
            <a:lvl5pPr algn="ctr">
              <a:defRPr sz="1620" b="1">
                <a:solidFill>
                  <a:srgbClr val="F5F7FB"/>
                </a:solidFill>
                <a:latin typeface="Arial"/>
                <a:ea typeface="Arial"/>
                <a:cs typeface="Arial"/>
              </a:defRPr>
            </a:lvl5pPr>
            <a:lvl6pPr algn="ctr">
              <a:defRPr sz="1620" b="1">
                <a:solidFill>
                  <a:srgbClr val="F5F7FB"/>
                </a:solidFill>
                <a:latin typeface="Arial"/>
                <a:ea typeface="Arial"/>
                <a:cs typeface="Arial"/>
              </a:defRPr>
            </a:lvl6pPr>
            <a:lvl7pPr algn="ctr">
              <a:defRPr sz="1620" b="1">
                <a:solidFill>
                  <a:srgbClr val="F5F7FB"/>
                </a:solidFill>
                <a:latin typeface="Arial"/>
                <a:ea typeface="Arial"/>
                <a:cs typeface="Arial"/>
              </a:defRPr>
            </a:lvl7pPr>
            <a:lvl8pPr algn="ctr">
              <a:defRPr sz="1620" b="1">
                <a:solidFill>
                  <a:srgbClr val="F5F7FB"/>
                </a:solidFill>
                <a:latin typeface="Arial"/>
                <a:ea typeface="Arial"/>
                <a:cs typeface="Arial"/>
              </a:defRPr>
            </a:lvl8pPr>
            <a:lvl9pPr algn="ctr">
              <a:defRPr sz="1620" b="1">
                <a:solidFill>
                  <a:srgbClr val="F5F7FB"/>
                </a:solidFill>
                <a:latin typeface="Arial"/>
                <a:ea typeface="Arial"/>
                <a:cs typeface="Arial"/>
              </a:defRPr>
            </a:lvl9pPr>
          </a:lstStyle>
          <a:p xmlns:a="http://schemas.openxmlformats.org/drawingml/2006/main">
            <a:pPr algn="ctr">
              <a:defRPr sz="1620" b="1">
                <a:solidFill>
                  <a:srgbClr val="F5F7FB"/>
                </a:solidFill>
                <a:latin typeface="Arial"/>
                <a:ea typeface="Arial"/>
                <a:cs typeface="Arial"/>
              </a:defRPr>
            </a:pPr>
            <a:r>
              <a:rPr sz="1620" b="1">
                <a:solidFill>
                  <a:srgbClr val="F5F7FB"/>
                </a:solidFill>
                <a:latin typeface="Arial"/>
                <a:ea typeface="Arial"/>
                <a:cs typeface="Arial"/>
              </a:rPr>
              <a:t>Cisco 7945G</a:t>
            </a:r>
          </a:p>
          <a:p xmlns:a="http://schemas.openxmlformats.org/drawingml/2006/main">
            <a:pPr algn="ctr">
              <a:defRPr sz="1620" b="1">
                <a:solidFill>
                  <a:srgbClr val="F5F7FB"/>
                </a:solidFill>
                <a:latin typeface="Arial"/>
                <a:ea typeface="Arial"/>
                <a:cs typeface="Arial"/>
              </a:defRPr>
            </a:pPr>
            <a:r>
              <a:rPr sz="1620" b="1">
                <a:solidFill>
                  <a:srgbClr val="F5F7FB"/>
                </a:solidFill>
                <a:latin typeface="Arial"/>
                <a:ea typeface="Arial"/>
                <a:cs typeface="Arial"/>
              </a:rPr>
              <a:t>SW / Network port</a:t>
            </a:r>
          </a:p>
        </p:txBody>
      </p:sp>
      <p:sp>
        <p:nvSpPr>
          <p:cNvPr id="9" name="data + power">
            <a:extLst xmlns:a="http://schemas.openxmlformats.org/drawingml/2006/main">
              <a:ext uri="{FF2B5EF4-FFF2-40B4-BE49-F238E27FC236}">
                <a16:creationId xmlns:a16="http://schemas.microsoft.com/office/drawing/2014/main" id="{144FC073-00F2-4AC3-8FC7-F3926B4EEA80}"/>
              </a:ext>
            </a:extLst>
          </p:cNvPr>
          <p:cNvSpPr>
            <a:spLocks xmlns:a="http://schemas.openxmlformats.org/drawingml/2006/main" noGrp="1"/>
          </p:cNvSpPr>
          <p:nvPr/>
        </p:nvSpPr>
        <p:spPr>
          <a:xfrm xmlns:a="http://schemas.openxmlformats.org/drawingml/2006/main">
            <a:off x="5105400" y="2086928"/>
            <a:ext cx="1809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b="0">
                <a:solidFill>
                  <a:srgbClr val="48DDCC"/>
                </a:solidFill>
                <a:latin typeface="Arial"/>
                <a:ea typeface="Arial"/>
                <a:cs typeface="Arial"/>
              </a:defRPr>
            </a:defPPr>
            <a:lvl1pPr algn="ctr">
              <a:defRPr sz="1350" b="0">
                <a:solidFill>
                  <a:srgbClr val="48DDCC"/>
                </a:solidFill>
                <a:latin typeface="Arial"/>
                <a:ea typeface="Arial"/>
                <a:cs typeface="Arial"/>
              </a:defRPr>
            </a:lvl1pPr>
            <a:lvl2pPr algn="ctr">
              <a:defRPr sz="1350" b="0">
                <a:solidFill>
                  <a:srgbClr val="48DDCC"/>
                </a:solidFill>
                <a:latin typeface="Arial"/>
                <a:ea typeface="Arial"/>
                <a:cs typeface="Arial"/>
              </a:defRPr>
            </a:lvl2pPr>
            <a:lvl3pPr algn="ctr">
              <a:defRPr sz="1350" b="0">
                <a:solidFill>
                  <a:srgbClr val="48DDCC"/>
                </a:solidFill>
                <a:latin typeface="Arial"/>
                <a:ea typeface="Arial"/>
                <a:cs typeface="Arial"/>
              </a:defRPr>
            </a:lvl3pPr>
            <a:lvl4pPr algn="ctr">
              <a:defRPr sz="1350" b="0">
                <a:solidFill>
                  <a:srgbClr val="48DDCC"/>
                </a:solidFill>
                <a:latin typeface="Arial"/>
                <a:ea typeface="Arial"/>
                <a:cs typeface="Arial"/>
              </a:defRPr>
            </a:lvl4pPr>
            <a:lvl5pPr algn="ctr">
              <a:defRPr sz="1350" b="0">
                <a:solidFill>
                  <a:srgbClr val="48DDCC"/>
                </a:solidFill>
                <a:latin typeface="Arial"/>
                <a:ea typeface="Arial"/>
                <a:cs typeface="Arial"/>
              </a:defRPr>
            </a:lvl5pPr>
            <a:lvl6pPr algn="ctr">
              <a:defRPr sz="1350" b="0">
                <a:solidFill>
                  <a:srgbClr val="48DDCC"/>
                </a:solidFill>
                <a:latin typeface="Arial"/>
                <a:ea typeface="Arial"/>
                <a:cs typeface="Arial"/>
              </a:defRPr>
            </a:lvl6pPr>
            <a:lvl7pPr algn="ctr">
              <a:defRPr sz="1350" b="0">
                <a:solidFill>
                  <a:srgbClr val="48DDCC"/>
                </a:solidFill>
                <a:latin typeface="Arial"/>
                <a:ea typeface="Arial"/>
                <a:cs typeface="Arial"/>
              </a:defRPr>
            </a:lvl7pPr>
            <a:lvl8pPr algn="ctr">
              <a:defRPr sz="1350" b="0">
                <a:solidFill>
                  <a:srgbClr val="48DDCC"/>
                </a:solidFill>
                <a:latin typeface="Arial"/>
                <a:ea typeface="Arial"/>
                <a:cs typeface="Arial"/>
              </a:defRPr>
            </a:lvl8pPr>
            <a:lvl9pPr algn="ctr">
              <a:defRPr sz="1350" b="0">
                <a:solidFill>
                  <a:srgbClr val="48DDCC"/>
                </a:solidFill>
                <a:latin typeface="Arial"/>
                <a:ea typeface="Arial"/>
                <a:cs typeface="Arial"/>
              </a:defRPr>
            </a:lvl9pPr>
          </a:lstStyle>
          <a:p xmlns:a="http://schemas.openxmlformats.org/drawingml/2006/main">
            <a:pPr algn="ctr">
              <a:defRPr sz="1350" b="0">
                <a:solidFill>
                  <a:srgbClr val="48DDCC"/>
                </a:solidFill>
                <a:latin typeface="Arial"/>
                <a:ea typeface="Arial"/>
                <a:cs typeface="Arial"/>
              </a:defRPr>
            </a:pPr>
            <a:r>
              <a:rPr sz="1350" b="0">
                <a:solidFill>
                  <a:srgbClr val="48DDCC"/>
                </a:solidFill>
                <a:latin typeface="Arial"/>
                <a:ea typeface="Arial"/>
                <a:cs typeface="Arial"/>
              </a:rPr>
              <a:t>data + power</a:t>
            </a:r>
          </a:p>
        </p:txBody>
      </p:sp>
      <p:sp>
        <p:nvSpPr>
          <p:cNvPr id="11" name="data">
            <a:extLst xmlns:a="http://schemas.openxmlformats.org/drawingml/2006/main">
              <a:ext uri="{FF2B5EF4-FFF2-40B4-BE49-F238E27FC236}">
                <a16:creationId xmlns:a16="http://schemas.microsoft.com/office/drawing/2014/main" id="{D471794B-F7A2-4F70-8D47-36D3EEC4FE18}"/>
              </a:ext>
            </a:extLst>
          </p:cNvPr>
          <p:cNvSpPr>
            <a:spLocks xmlns:a="http://schemas.openxmlformats.org/drawingml/2006/main" noGrp="1"/>
          </p:cNvSpPr>
          <p:nvPr/>
        </p:nvSpPr>
        <p:spPr>
          <a:xfrm xmlns:a="http://schemas.openxmlformats.org/drawingml/2006/main">
            <a:off x="3305175" y="4251484"/>
            <a:ext cx="1809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b="0">
                <a:solidFill>
                  <a:srgbClr val="F7CB64"/>
                </a:solidFill>
                <a:latin typeface="Arial"/>
                <a:ea typeface="Arial"/>
                <a:cs typeface="Arial"/>
              </a:defRPr>
            </a:defPPr>
            <a:lvl1pPr algn="ctr">
              <a:defRPr sz="1350" b="0">
                <a:solidFill>
                  <a:srgbClr val="F7CB64"/>
                </a:solidFill>
                <a:latin typeface="Arial"/>
                <a:ea typeface="Arial"/>
                <a:cs typeface="Arial"/>
              </a:defRPr>
            </a:lvl1pPr>
            <a:lvl2pPr algn="ctr">
              <a:defRPr sz="1350" b="0">
                <a:solidFill>
                  <a:srgbClr val="F7CB64"/>
                </a:solidFill>
                <a:latin typeface="Arial"/>
                <a:ea typeface="Arial"/>
                <a:cs typeface="Arial"/>
              </a:defRPr>
            </a:lvl2pPr>
            <a:lvl3pPr algn="ctr">
              <a:defRPr sz="1350" b="0">
                <a:solidFill>
                  <a:srgbClr val="F7CB64"/>
                </a:solidFill>
                <a:latin typeface="Arial"/>
                <a:ea typeface="Arial"/>
                <a:cs typeface="Arial"/>
              </a:defRPr>
            </a:lvl3pPr>
            <a:lvl4pPr algn="ctr">
              <a:defRPr sz="1350" b="0">
                <a:solidFill>
                  <a:srgbClr val="F7CB64"/>
                </a:solidFill>
                <a:latin typeface="Arial"/>
                <a:ea typeface="Arial"/>
                <a:cs typeface="Arial"/>
              </a:defRPr>
            </a:lvl4pPr>
            <a:lvl5pPr algn="ctr">
              <a:defRPr sz="1350" b="0">
                <a:solidFill>
                  <a:srgbClr val="F7CB64"/>
                </a:solidFill>
                <a:latin typeface="Arial"/>
                <a:ea typeface="Arial"/>
                <a:cs typeface="Arial"/>
              </a:defRPr>
            </a:lvl5pPr>
            <a:lvl6pPr algn="ctr">
              <a:defRPr sz="1350" b="0">
                <a:solidFill>
                  <a:srgbClr val="F7CB64"/>
                </a:solidFill>
                <a:latin typeface="Arial"/>
                <a:ea typeface="Arial"/>
                <a:cs typeface="Arial"/>
              </a:defRPr>
            </a:lvl6pPr>
            <a:lvl7pPr algn="ctr">
              <a:defRPr sz="1350" b="0">
                <a:solidFill>
                  <a:srgbClr val="F7CB64"/>
                </a:solidFill>
                <a:latin typeface="Arial"/>
                <a:ea typeface="Arial"/>
                <a:cs typeface="Arial"/>
              </a:defRPr>
            </a:lvl7pPr>
            <a:lvl8pPr algn="ctr">
              <a:defRPr sz="1350" b="0">
                <a:solidFill>
                  <a:srgbClr val="F7CB64"/>
                </a:solidFill>
                <a:latin typeface="Arial"/>
                <a:ea typeface="Arial"/>
                <a:cs typeface="Arial"/>
              </a:defRPr>
            </a:lvl8pPr>
            <a:lvl9pPr algn="ctr">
              <a:defRPr sz="1350" b="0">
                <a:solidFill>
                  <a:srgbClr val="F7CB64"/>
                </a:solidFill>
                <a:latin typeface="Arial"/>
                <a:ea typeface="Arial"/>
                <a:cs typeface="Arial"/>
              </a:defRPr>
            </a:lvl9pPr>
          </a:lstStyle>
          <a:p xmlns:a="http://schemas.openxmlformats.org/drawingml/2006/main">
            <a:pPr algn="ctr">
              <a:defRPr sz="1350" b="0">
                <a:solidFill>
                  <a:srgbClr val="F7CB64"/>
                </a:solidFill>
                <a:latin typeface="Arial"/>
                <a:ea typeface="Arial"/>
                <a:cs typeface="Arial"/>
              </a:defRPr>
            </a:pPr>
            <a:r>
              <a:rPr sz="1350" b="0">
                <a:solidFill>
                  <a:srgbClr val="F7CB64"/>
                </a:solidFill>
                <a:latin typeface="Arial"/>
                <a:ea typeface="Arial"/>
                <a:cs typeface="Arial"/>
              </a:rPr>
              <a:t>data</a:t>
            </a:r>
          </a:p>
        </p:txBody>
      </p:sp>
      <p:sp>
        <p:nvSpPr>
          <p:cNvPr id="13" name="PoE">
            <a:extLst xmlns:a="http://schemas.openxmlformats.org/drawingml/2006/main">
              <a:ext uri="{FF2B5EF4-FFF2-40B4-BE49-F238E27FC236}">
                <a16:creationId xmlns:a16="http://schemas.microsoft.com/office/drawing/2014/main" id="{8AA8DA53-BB65-4B96-A6D9-461D8364E7B4}"/>
              </a:ext>
            </a:extLst>
          </p:cNvPr>
          <p:cNvSpPr>
            <a:spLocks xmlns:a="http://schemas.openxmlformats.org/drawingml/2006/main" noGrp="1"/>
          </p:cNvSpPr>
          <p:nvPr/>
        </p:nvSpPr>
        <p:spPr>
          <a:xfrm xmlns:a="http://schemas.openxmlformats.org/drawingml/2006/main">
            <a:off x="6905625" y="4251484"/>
            <a:ext cx="1809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b="0">
                <a:solidFill>
                  <a:srgbClr val="48DDCC"/>
                </a:solidFill>
                <a:latin typeface="Arial"/>
                <a:ea typeface="Arial"/>
                <a:cs typeface="Arial"/>
              </a:defRPr>
            </a:defPPr>
            <a:lvl1pPr algn="ctr">
              <a:defRPr sz="1350" b="0">
                <a:solidFill>
                  <a:srgbClr val="48DDCC"/>
                </a:solidFill>
                <a:latin typeface="Arial"/>
                <a:ea typeface="Arial"/>
                <a:cs typeface="Arial"/>
              </a:defRPr>
            </a:lvl1pPr>
            <a:lvl2pPr algn="ctr">
              <a:defRPr sz="1350" b="0">
                <a:solidFill>
                  <a:srgbClr val="48DDCC"/>
                </a:solidFill>
                <a:latin typeface="Arial"/>
                <a:ea typeface="Arial"/>
                <a:cs typeface="Arial"/>
              </a:defRPr>
            </a:lvl2pPr>
            <a:lvl3pPr algn="ctr">
              <a:defRPr sz="1350" b="0">
                <a:solidFill>
                  <a:srgbClr val="48DDCC"/>
                </a:solidFill>
                <a:latin typeface="Arial"/>
                <a:ea typeface="Arial"/>
                <a:cs typeface="Arial"/>
              </a:defRPr>
            </a:lvl3pPr>
            <a:lvl4pPr algn="ctr">
              <a:defRPr sz="1350" b="0">
                <a:solidFill>
                  <a:srgbClr val="48DDCC"/>
                </a:solidFill>
                <a:latin typeface="Arial"/>
                <a:ea typeface="Arial"/>
                <a:cs typeface="Arial"/>
              </a:defRPr>
            </a:lvl4pPr>
            <a:lvl5pPr algn="ctr">
              <a:defRPr sz="1350" b="0">
                <a:solidFill>
                  <a:srgbClr val="48DDCC"/>
                </a:solidFill>
                <a:latin typeface="Arial"/>
                <a:ea typeface="Arial"/>
                <a:cs typeface="Arial"/>
              </a:defRPr>
            </a:lvl5pPr>
            <a:lvl6pPr algn="ctr">
              <a:defRPr sz="1350" b="0">
                <a:solidFill>
                  <a:srgbClr val="48DDCC"/>
                </a:solidFill>
                <a:latin typeface="Arial"/>
                <a:ea typeface="Arial"/>
                <a:cs typeface="Arial"/>
              </a:defRPr>
            </a:lvl6pPr>
            <a:lvl7pPr algn="ctr">
              <a:defRPr sz="1350" b="0">
                <a:solidFill>
                  <a:srgbClr val="48DDCC"/>
                </a:solidFill>
                <a:latin typeface="Arial"/>
                <a:ea typeface="Arial"/>
                <a:cs typeface="Arial"/>
              </a:defRPr>
            </a:lvl7pPr>
            <a:lvl8pPr algn="ctr">
              <a:defRPr sz="1350" b="0">
                <a:solidFill>
                  <a:srgbClr val="48DDCC"/>
                </a:solidFill>
                <a:latin typeface="Arial"/>
                <a:ea typeface="Arial"/>
                <a:cs typeface="Arial"/>
              </a:defRPr>
            </a:lvl8pPr>
            <a:lvl9pPr algn="ctr">
              <a:defRPr sz="1350" b="0">
                <a:solidFill>
                  <a:srgbClr val="48DDCC"/>
                </a:solidFill>
                <a:latin typeface="Arial"/>
                <a:ea typeface="Arial"/>
                <a:cs typeface="Arial"/>
              </a:defRPr>
            </a:lvl9pPr>
          </a:lstStyle>
          <a:p xmlns:a="http://schemas.openxmlformats.org/drawingml/2006/main">
            <a:pPr algn="ctr">
              <a:defRPr sz="1350" b="0">
                <a:solidFill>
                  <a:srgbClr val="48DDCC"/>
                </a:solidFill>
                <a:latin typeface="Arial"/>
                <a:ea typeface="Arial"/>
                <a:cs typeface="Arial"/>
              </a:defRPr>
            </a:pPr>
            <a:r>
              <a:rPr sz="1350" b="0">
                <a:solidFill>
                  <a:srgbClr val="48DDCC"/>
                </a:solidFill>
                <a:latin typeface="Arial"/>
                <a:ea typeface="Arial"/>
                <a:cs typeface="Arial"/>
              </a:rPr>
              <a:t>PoE</a:t>
            </a:r>
          </a:p>
        </p:txBody>
      </p:sp>
      <p:sp>
        <p:nvSpPr>
          <p:cNvPr id="14" name="A passive 24 V injector is unsuitable. The UPS also needs to powe">
            <a:extLst xmlns:a="http://schemas.openxmlformats.org/drawingml/2006/main">
              <a:ext uri="{FF2B5EF4-FFF2-40B4-BE49-F238E27FC236}">
                <a16:creationId xmlns:a16="http://schemas.microsoft.com/office/drawing/2014/main" id="{DE461250-73D7-4121-AA7D-AA1845BA139B}"/>
              </a:ext>
            </a:extLst>
          </p:cNvPr>
          <p:cNvSpPr>
            <a:spLocks xmlns:a="http://schemas.openxmlformats.org/drawingml/2006/main" noGrp="1"/>
          </p:cNvSpPr>
          <p:nvPr/>
        </p:nvSpPr>
        <p:spPr>
          <a:xfrm xmlns:a="http://schemas.openxmlformats.org/drawingml/2006/main">
            <a:off x="571500" y="5953125"/>
            <a:ext cx="10191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AAB9D0"/>
                </a:solidFill>
                <a:latin typeface="Arial"/>
                <a:ea typeface="Arial"/>
                <a:cs typeface="Arial"/>
              </a:defRPr>
            </a:defPPr>
            <a:lvl1pPr algn="l">
              <a:defRPr sz="1425" b="0">
                <a:solidFill>
                  <a:srgbClr val="AAB9D0"/>
                </a:solidFill>
                <a:latin typeface="Arial"/>
                <a:ea typeface="Arial"/>
                <a:cs typeface="Arial"/>
              </a:defRPr>
            </a:lvl1pPr>
            <a:lvl2pPr algn="l">
              <a:defRPr sz="1425" b="0">
                <a:solidFill>
                  <a:srgbClr val="AAB9D0"/>
                </a:solidFill>
                <a:latin typeface="Arial"/>
                <a:ea typeface="Arial"/>
                <a:cs typeface="Arial"/>
              </a:defRPr>
            </a:lvl2pPr>
            <a:lvl3pPr algn="l">
              <a:defRPr sz="1425" b="0">
                <a:solidFill>
                  <a:srgbClr val="AAB9D0"/>
                </a:solidFill>
                <a:latin typeface="Arial"/>
                <a:ea typeface="Arial"/>
                <a:cs typeface="Arial"/>
              </a:defRPr>
            </a:lvl3pPr>
            <a:lvl4pPr algn="l">
              <a:defRPr sz="1425" b="0">
                <a:solidFill>
                  <a:srgbClr val="AAB9D0"/>
                </a:solidFill>
                <a:latin typeface="Arial"/>
                <a:ea typeface="Arial"/>
                <a:cs typeface="Arial"/>
              </a:defRPr>
            </a:lvl4pPr>
            <a:lvl5pPr algn="l">
              <a:defRPr sz="1425" b="0">
                <a:solidFill>
                  <a:srgbClr val="AAB9D0"/>
                </a:solidFill>
                <a:latin typeface="Arial"/>
                <a:ea typeface="Arial"/>
                <a:cs typeface="Arial"/>
              </a:defRPr>
            </a:lvl5pPr>
            <a:lvl6pPr algn="l">
              <a:defRPr sz="1425" b="0">
                <a:solidFill>
                  <a:srgbClr val="AAB9D0"/>
                </a:solidFill>
                <a:latin typeface="Arial"/>
                <a:ea typeface="Arial"/>
                <a:cs typeface="Arial"/>
              </a:defRPr>
            </a:lvl6pPr>
            <a:lvl7pPr algn="l">
              <a:defRPr sz="1425" b="0">
                <a:solidFill>
                  <a:srgbClr val="AAB9D0"/>
                </a:solidFill>
                <a:latin typeface="Arial"/>
                <a:ea typeface="Arial"/>
                <a:cs typeface="Arial"/>
              </a:defRPr>
            </a:lvl7pPr>
            <a:lvl8pPr algn="l">
              <a:defRPr sz="1425" b="0">
                <a:solidFill>
                  <a:srgbClr val="AAB9D0"/>
                </a:solidFill>
                <a:latin typeface="Arial"/>
                <a:ea typeface="Arial"/>
                <a:cs typeface="Arial"/>
              </a:defRPr>
            </a:lvl8pPr>
            <a:lvl9pPr algn="l">
              <a:defRPr sz="1425" b="0">
                <a:solidFill>
                  <a:srgbClr val="AAB9D0"/>
                </a:solidFill>
                <a:latin typeface="Arial"/>
                <a:ea typeface="Arial"/>
                <a:cs typeface="Arial"/>
              </a:defRPr>
            </a:lvl9pPr>
          </a:lstStyle>
          <a:p xmlns:a="http://schemas.openxmlformats.org/drawingml/2006/main">
            <a:pPr algn="l">
              <a:defRPr sz="1425" b="0">
                <a:solidFill>
                  <a:srgbClr val="AAB9D0"/>
                </a:solidFill>
                <a:latin typeface="Arial"/>
                <a:ea typeface="Arial"/>
                <a:cs typeface="Arial"/>
              </a:defRPr>
            </a:pPr>
            <a:r>
              <a:rPr sz="1425" b="0">
                <a:solidFill>
                  <a:srgbClr val="AAB9D0"/>
                </a:solidFill>
                <a:latin typeface="Arial"/>
                <a:ea typeface="Arial"/>
                <a:cs typeface="Arial"/>
              </a:rPr>
              <a:t>A passive 24 V injector is unsuitable. The UPS also needs to power the switch, router and k3s node.</a:t>
            </a:r>
          </a:p>
        </p:txBody>
      </p:sp>
    </p:spTree>
    <p:extLst>
      <p:ext uri="{BB962C8B-B14F-4D97-AF65-F5344CB8AC3E}">
        <p14:creationId xmlns:p14="http://schemas.microsoft.com/office/powerpoint/2010/main" val="1055051123"/>
      </p:ext>
    </p:extLst>
  </p:cSld>
</p:sld>
</file>

<file path=ppt/slides/slide6.xml><?xml version="1.0" encoding="utf-8"?>
<p:sld xmlns:p="http://schemas.openxmlformats.org/presentationml/2006/main">
  <p:cSld>
    <p:bg>
      <p:bgPr>
        <a:solidFill xmlns:a="http://schemas.openxmlformats.org/drawingml/2006/main">
          <a:srgbClr val="101C34"/>
        </a:solidFill>
      </p:bgPr>
    </p:bg>
    <p:spTree>
      <p:nvGrpSpPr>
        <p:cNvPr id="1" name=""/>
        <p:cNvGrpSpPr/>
        <p:nvPr/>
      </p:nvGrpSpPr>
      <p:grpSpPr>
        <a:xfrm xmlns:a="http://schemas.openxmlformats.org/drawingml/2006/main"/>
      </p:grpSpPr>
      <p:cxnSp>
        <p:nvCxnSpPr>
          <p:cNvPr id="13" name="">
            <a:extLst xmlns:a="http://schemas.openxmlformats.org/drawingml/2006/main">
              <a:ext uri="{FF2B5EF4-FFF2-40B4-BE49-F238E27FC236}">
                <a16:creationId xmlns:a16="http://schemas.microsoft.com/office/drawing/2014/main" id="{88B2DAF9-A7F5-4653-B5F3-B7B4F19AF8BC}"/>
              </a:ext>
            </a:extLst>
          </p:cNvPr>
          <p:cNvCxnSpPr>
            <a:stCxn xmlns:a="http://schemas.openxmlformats.org/drawingml/2006/main" id="7" idx="1"/>
            <a:endCxn xmlns:a="http://schemas.openxmlformats.org/drawingml/2006/main" id="8" idx="3"/>
          </p:cNvCxnSpPr>
          <p:nvPr/>
        </p:nvCxnSpPr>
        <p:spPr>
          <a:xfrm xmlns:a="http://schemas.openxmlformats.org/drawingml/2006/main" flipH="1">
            <a:off x="3481388" y="4533900"/>
            <a:ext cx="1243012" cy="0"/>
          </a:xfrm>
          <a:prstGeom xmlns:a="http://schemas.openxmlformats.org/drawingml/2006/main" prst="straightConnector1">
            <a:avLst/>
          </a:prstGeom>
          <a:ln xmlns:a="http://schemas.openxmlformats.org/drawingml/2006/main" w="28575">
            <a:solidFill>
              <a:srgbClr val="F7CB64"/>
            </a:solidFill>
            <a:tailEnd type="triangle" w="sm" len="sm"/>
          </a:ln>
        </p:spPr>
      </p:cxnSp>
      <p:cxnSp>
        <p:nvCxnSpPr>
          <p:cNvPr id="12" name="">
            <a:extLst xmlns:a="http://schemas.openxmlformats.org/drawingml/2006/main">
              <a:ext uri="{FF2B5EF4-FFF2-40B4-BE49-F238E27FC236}">
                <a16:creationId xmlns:a16="http://schemas.microsoft.com/office/drawing/2014/main" id="{498E288B-C468-4FD9-A397-E01E6FBED8D9}"/>
              </a:ext>
            </a:extLst>
          </p:cNvPr>
          <p:cNvCxnSpPr>
            <a:stCxn xmlns:a="http://schemas.openxmlformats.org/drawingml/2006/main" id="6" idx="1"/>
            <a:endCxn xmlns:a="http://schemas.openxmlformats.org/drawingml/2006/main" id="7" idx="3"/>
          </p:cNvCxnSpPr>
          <p:nvPr/>
        </p:nvCxnSpPr>
        <p:spPr>
          <a:xfrm xmlns:a="http://schemas.openxmlformats.org/drawingml/2006/main" flipH="1">
            <a:off x="7210425" y="4533900"/>
            <a:ext cx="1243013" cy="0"/>
          </a:xfrm>
          <a:prstGeom xmlns:a="http://schemas.openxmlformats.org/drawingml/2006/main" prst="straightConnector1">
            <a:avLst/>
          </a:prstGeom>
          <a:ln xmlns:a="http://schemas.openxmlformats.org/drawingml/2006/main" w="28575">
            <a:solidFill>
              <a:srgbClr val="48DDCC"/>
            </a:solidFill>
            <a:tailEnd type="triangle" w="sm" len="sm"/>
          </a:ln>
        </p:spPr>
      </p:cxnSp>
      <p:cxnSp>
        <p:nvCxnSpPr>
          <p:cNvPr id="11" name="">
            <a:extLst xmlns:a="http://schemas.openxmlformats.org/drawingml/2006/main">
              <a:ext uri="{FF2B5EF4-FFF2-40B4-BE49-F238E27FC236}">
                <a16:creationId xmlns:a16="http://schemas.microsoft.com/office/drawing/2014/main" id="{D27215EC-DCC6-41D0-ADE3-131054BC7A05}"/>
              </a:ext>
            </a:extLst>
          </p:cNvPr>
          <p:cNvCxnSpPr>
            <a:stCxn xmlns:a="http://schemas.openxmlformats.org/drawingml/2006/main" id="5" idx="2"/>
            <a:endCxn xmlns:a="http://schemas.openxmlformats.org/drawingml/2006/main" id="6" idx="0"/>
          </p:cNvCxnSpPr>
          <p:nvPr/>
        </p:nvCxnSpPr>
        <p:spPr>
          <a:xfrm xmlns:a="http://schemas.openxmlformats.org/drawingml/2006/main">
            <a:off x="9696451" y="3033713"/>
            <a:ext cx="0" cy="985837"/>
          </a:xfrm>
          <a:prstGeom xmlns:a="http://schemas.openxmlformats.org/drawingml/2006/main" prst="straightConnector1">
            <a:avLst/>
          </a:prstGeom>
          <a:ln xmlns:a="http://schemas.openxmlformats.org/drawingml/2006/main" w="28575">
            <a:solidFill>
              <a:srgbClr val="48DDCC"/>
            </a:solidFill>
            <a:tailEnd type="triangle" w="sm" len="sm"/>
          </a:ln>
        </p:spPr>
      </p:cxnSp>
      <p:cxnSp>
        <p:nvCxnSpPr>
          <p:cNvPr id="10" name="">
            <a:extLst xmlns:a="http://schemas.openxmlformats.org/drawingml/2006/main">
              <a:ext uri="{FF2B5EF4-FFF2-40B4-BE49-F238E27FC236}">
                <a16:creationId xmlns:a16="http://schemas.microsoft.com/office/drawing/2014/main" id="{B7B9EDB3-3003-4870-B96E-E06ACEE5E3DA}"/>
              </a:ext>
            </a:extLst>
          </p:cNvPr>
          <p:cNvCxnSpPr>
            <a:stCxn xmlns:a="http://schemas.openxmlformats.org/drawingml/2006/main" id="4" idx="3"/>
            <a:endCxn xmlns:a="http://schemas.openxmlformats.org/drawingml/2006/main" id="5" idx="1"/>
          </p:cNvCxnSpPr>
          <p:nvPr/>
        </p:nvCxnSpPr>
        <p:spPr>
          <a:xfrm xmlns:a="http://schemas.openxmlformats.org/drawingml/2006/main">
            <a:off x="7210425" y="2519363"/>
            <a:ext cx="1243013" cy="0"/>
          </a:xfrm>
          <a:prstGeom xmlns:a="http://schemas.openxmlformats.org/drawingml/2006/main" prst="straightConnector1">
            <a:avLst/>
          </a:prstGeom>
          <a:ln xmlns:a="http://schemas.openxmlformats.org/drawingml/2006/main" w="28575">
            <a:solidFill>
              <a:srgbClr val="48DDCC"/>
            </a:solidFill>
            <a:tailEnd type="triangle" w="sm" len="sm"/>
          </a:ln>
        </p:spPr>
      </p:cxnSp>
      <p:cxnSp>
        <p:nvCxnSpPr>
          <p:cNvPr id="9" name="">
            <a:extLst xmlns:a="http://schemas.openxmlformats.org/drawingml/2006/main">
              <a:ext uri="{FF2B5EF4-FFF2-40B4-BE49-F238E27FC236}">
                <a16:creationId xmlns:a16="http://schemas.microsoft.com/office/drawing/2014/main" id="{64EF99A6-774A-4206-B242-4F74876BF0D6}"/>
              </a:ext>
            </a:extLst>
          </p:cNvPr>
          <p:cNvCxnSpPr>
            <a:stCxn xmlns:a="http://schemas.openxmlformats.org/drawingml/2006/main" id="3" idx="3"/>
            <a:endCxn xmlns:a="http://schemas.openxmlformats.org/drawingml/2006/main" id="4" idx="1"/>
          </p:cNvCxnSpPr>
          <p:nvPr/>
        </p:nvCxnSpPr>
        <p:spPr>
          <a:xfrm xmlns:a="http://schemas.openxmlformats.org/drawingml/2006/main">
            <a:off x="3481388" y="2519363"/>
            <a:ext cx="1243012" cy="0"/>
          </a:xfrm>
          <a:prstGeom xmlns:a="http://schemas.openxmlformats.org/drawingml/2006/main" prst="straightConnector1">
            <a:avLst/>
          </a:prstGeom>
          <a:ln xmlns:a="http://schemas.openxmlformats.org/drawingml/2006/main" w="28575">
            <a:solidFill>
              <a:srgbClr val="48DDCC"/>
            </a:solidFill>
            <a:tailEnd type="triangle" w="sm" len="sm"/>
          </a:ln>
        </p:spPr>
      </p:cxnSp>
      <p:sp>
        <p:nvSpPr>
          <p:cNvPr id="15" name="One pilot phone before the full fleet">
            <a:extLst xmlns:a="http://schemas.openxmlformats.org/drawingml/2006/main">
              <a:ext uri="{FF2B5EF4-FFF2-40B4-BE49-F238E27FC236}">
                <a16:creationId xmlns:a16="http://schemas.microsoft.com/office/drawing/2014/main" id="{52C4B71E-7C72-4C14-8701-F0A6CA8ED47D}"/>
              </a:ext>
            </a:extLst>
          </p:cNvPr>
          <p:cNvSpPr>
            <a:spLocks xmlns:a="http://schemas.openxmlformats.org/drawingml/2006/main" noGrp="1"/>
          </p:cNvSpPr>
          <p:nvPr/>
        </p:nvSpPr>
        <p:spPr>
          <a:xfrm xmlns:a="http://schemas.openxmlformats.org/drawingml/2006/main">
            <a:off x="571500" y="41910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75" b="1">
                <a:solidFill>
                  <a:srgbClr val="F5F7FB"/>
                </a:solidFill>
                <a:latin typeface="Arial"/>
                <a:ea typeface="Arial"/>
                <a:cs typeface="Arial"/>
              </a:defRPr>
            </a:defPPr>
            <a:lvl1pPr algn="l">
              <a:defRPr sz="3375" b="1">
                <a:solidFill>
                  <a:srgbClr val="F5F7FB"/>
                </a:solidFill>
                <a:latin typeface="Arial"/>
                <a:ea typeface="Arial"/>
                <a:cs typeface="Arial"/>
              </a:defRPr>
            </a:lvl1pPr>
            <a:lvl2pPr algn="l">
              <a:defRPr sz="3375" b="1">
                <a:solidFill>
                  <a:srgbClr val="F5F7FB"/>
                </a:solidFill>
                <a:latin typeface="Arial"/>
                <a:ea typeface="Arial"/>
                <a:cs typeface="Arial"/>
              </a:defRPr>
            </a:lvl2pPr>
            <a:lvl3pPr algn="l">
              <a:defRPr sz="3375" b="1">
                <a:solidFill>
                  <a:srgbClr val="F5F7FB"/>
                </a:solidFill>
                <a:latin typeface="Arial"/>
                <a:ea typeface="Arial"/>
                <a:cs typeface="Arial"/>
              </a:defRPr>
            </a:lvl3pPr>
            <a:lvl4pPr algn="l">
              <a:defRPr sz="3375" b="1">
                <a:solidFill>
                  <a:srgbClr val="F5F7FB"/>
                </a:solidFill>
                <a:latin typeface="Arial"/>
                <a:ea typeface="Arial"/>
                <a:cs typeface="Arial"/>
              </a:defRPr>
            </a:lvl4pPr>
            <a:lvl5pPr algn="l">
              <a:defRPr sz="3375" b="1">
                <a:solidFill>
                  <a:srgbClr val="F5F7FB"/>
                </a:solidFill>
                <a:latin typeface="Arial"/>
                <a:ea typeface="Arial"/>
                <a:cs typeface="Arial"/>
              </a:defRPr>
            </a:lvl5pPr>
            <a:lvl6pPr algn="l">
              <a:defRPr sz="3375" b="1">
                <a:solidFill>
                  <a:srgbClr val="F5F7FB"/>
                </a:solidFill>
                <a:latin typeface="Arial"/>
                <a:ea typeface="Arial"/>
                <a:cs typeface="Arial"/>
              </a:defRPr>
            </a:lvl6pPr>
            <a:lvl7pPr algn="l">
              <a:defRPr sz="3375" b="1">
                <a:solidFill>
                  <a:srgbClr val="F5F7FB"/>
                </a:solidFill>
                <a:latin typeface="Arial"/>
                <a:ea typeface="Arial"/>
                <a:cs typeface="Arial"/>
              </a:defRPr>
            </a:lvl7pPr>
            <a:lvl8pPr algn="l">
              <a:defRPr sz="3375" b="1">
                <a:solidFill>
                  <a:srgbClr val="F5F7FB"/>
                </a:solidFill>
                <a:latin typeface="Arial"/>
                <a:ea typeface="Arial"/>
                <a:cs typeface="Arial"/>
              </a:defRPr>
            </a:lvl8pPr>
            <a:lvl9pPr algn="l">
              <a:defRPr sz="3375" b="1">
                <a:solidFill>
                  <a:srgbClr val="F5F7FB"/>
                </a:solidFill>
                <a:latin typeface="Arial"/>
                <a:ea typeface="Arial"/>
                <a:cs typeface="Arial"/>
              </a:defRPr>
            </a:lvl9pPr>
          </a:lstStyle>
          <a:p xmlns:a="http://schemas.openxmlformats.org/drawingml/2006/main">
            <a:pPr algn="l">
              <a:defRPr sz="3375" b="1">
                <a:solidFill>
                  <a:srgbClr val="F5F7FB"/>
                </a:solidFill>
                <a:latin typeface="Arial"/>
                <a:ea typeface="Arial"/>
                <a:cs typeface="Arial"/>
              </a:defRPr>
            </a:pPr>
            <a:r>
              <a:rPr sz="3375" b="1">
                <a:solidFill>
                  <a:srgbClr val="F5F7FB"/>
                </a:solidFill>
                <a:latin typeface="Arial"/>
                <a:ea typeface="Arial"/>
                <a:cs typeface="Arial"/>
              </a:rPr>
              <a:t>One pilot phone before the full fleet</a:t>
            </a:r>
          </a:p>
        </p:txBody>
      </p:sp>
      <p:sp>
        <p:nvSpPr>
          <p:cNvPr id="2" name="06">
            <a:extLst xmlns:a="http://schemas.openxmlformats.org/drawingml/2006/main">
              <a:ext uri="{FF2B5EF4-FFF2-40B4-BE49-F238E27FC236}">
                <a16:creationId xmlns:a16="http://schemas.microsoft.com/office/drawing/2014/main" id="{E90B8FCB-AFB3-4762-A03A-3A60CBF7E3FA}"/>
              </a:ext>
            </a:extLst>
          </p:cNvPr>
          <p:cNvSpPr>
            <a:spLocks xmlns:a="http://schemas.openxmlformats.org/drawingml/2006/main" noGrp="1"/>
          </p:cNvSpPr>
          <p:nvPr/>
        </p:nvSpPr>
        <p:spPr>
          <a:xfrm xmlns:a="http://schemas.openxmlformats.org/drawingml/2006/main">
            <a:off x="11049000" y="63627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AAB9D0"/>
                </a:solidFill>
                <a:latin typeface="Arial"/>
                <a:ea typeface="Arial"/>
                <a:cs typeface="Arial"/>
              </a:defRPr>
            </a:defPPr>
            <a:lvl1pPr algn="r">
              <a:defRPr sz="1275" b="0">
                <a:solidFill>
                  <a:srgbClr val="AAB9D0"/>
                </a:solidFill>
                <a:latin typeface="Arial"/>
                <a:ea typeface="Arial"/>
                <a:cs typeface="Arial"/>
              </a:defRPr>
            </a:lvl1pPr>
            <a:lvl2pPr algn="r">
              <a:defRPr sz="1275" b="0">
                <a:solidFill>
                  <a:srgbClr val="AAB9D0"/>
                </a:solidFill>
                <a:latin typeface="Arial"/>
                <a:ea typeface="Arial"/>
                <a:cs typeface="Arial"/>
              </a:defRPr>
            </a:lvl2pPr>
            <a:lvl3pPr algn="r">
              <a:defRPr sz="1275" b="0">
                <a:solidFill>
                  <a:srgbClr val="AAB9D0"/>
                </a:solidFill>
                <a:latin typeface="Arial"/>
                <a:ea typeface="Arial"/>
                <a:cs typeface="Arial"/>
              </a:defRPr>
            </a:lvl3pPr>
            <a:lvl4pPr algn="r">
              <a:defRPr sz="1275" b="0">
                <a:solidFill>
                  <a:srgbClr val="AAB9D0"/>
                </a:solidFill>
                <a:latin typeface="Arial"/>
                <a:ea typeface="Arial"/>
                <a:cs typeface="Arial"/>
              </a:defRPr>
            </a:lvl4pPr>
            <a:lvl5pPr algn="r">
              <a:defRPr sz="1275" b="0">
                <a:solidFill>
                  <a:srgbClr val="AAB9D0"/>
                </a:solidFill>
                <a:latin typeface="Arial"/>
                <a:ea typeface="Arial"/>
                <a:cs typeface="Arial"/>
              </a:defRPr>
            </a:lvl5pPr>
            <a:lvl6pPr algn="r">
              <a:defRPr sz="1275" b="0">
                <a:solidFill>
                  <a:srgbClr val="AAB9D0"/>
                </a:solidFill>
                <a:latin typeface="Arial"/>
                <a:ea typeface="Arial"/>
                <a:cs typeface="Arial"/>
              </a:defRPr>
            </a:lvl6pPr>
            <a:lvl7pPr algn="r">
              <a:defRPr sz="1275" b="0">
                <a:solidFill>
                  <a:srgbClr val="AAB9D0"/>
                </a:solidFill>
                <a:latin typeface="Arial"/>
                <a:ea typeface="Arial"/>
                <a:cs typeface="Arial"/>
              </a:defRPr>
            </a:lvl7pPr>
            <a:lvl8pPr algn="r">
              <a:defRPr sz="1275" b="0">
                <a:solidFill>
                  <a:srgbClr val="AAB9D0"/>
                </a:solidFill>
                <a:latin typeface="Arial"/>
                <a:ea typeface="Arial"/>
                <a:cs typeface="Arial"/>
              </a:defRPr>
            </a:lvl8pPr>
            <a:lvl9pPr algn="r">
              <a:defRPr sz="1275" b="0">
                <a:solidFill>
                  <a:srgbClr val="AAB9D0"/>
                </a:solidFill>
                <a:latin typeface="Arial"/>
                <a:ea typeface="Arial"/>
                <a:cs typeface="Arial"/>
              </a:defRPr>
            </a:lvl9pPr>
          </a:lstStyle>
          <a:p xmlns:a="http://schemas.openxmlformats.org/drawingml/2006/main">
            <a:pPr algn="r">
              <a:defRPr sz="1275" b="0">
                <a:solidFill>
                  <a:srgbClr val="AAB9D0"/>
                </a:solidFill>
                <a:latin typeface="Arial"/>
                <a:ea typeface="Arial"/>
                <a:cs typeface="Arial"/>
              </a:defRPr>
            </a:pPr>
            <a:r>
              <a:rPr sz="1275" b="0">
                <a:solidFill>
                  <a:srgbClr val="AAB9D0"/>
                </a:solidFill>
                <a:latin typeface="Arial"/>
                <a:ea typeface="Arial"/>
                <a:cs typeface="Arial"/>
              </a:rPr>
              <a:t>06</a:t>
            </a:r>
          </a:p>
        </p:txBody>
      </p:sp>
      <p:sp>
        <p:nvSpPr>
          <p:cNvPr id="3" name="inventory">
            <a:extLst xmlns:a="http://schemas.openxmlformats.org/drawingml/2006/main">
              <a:ext uri="{FF2B5EF4-FFF2-40B4-BE49-F238E27FC236}">
                <a16:creationId xmlns:a16="http://schemas.microsoft.com/office/drawing/2014/main" id="{3F794A17-5848-40FE-B7F0-0E45623362CE}"/>
              </a:ext>
            </a:extLst>
          </p:cNvPr>
          <p:cNvSpPr>
            <a:spLocks xmlns:a="http://schemas.openxmlformats.org/drawingml/2006/main" noGrp="1"/>
          </p:cNvSpPr>
          <p:nvPr/>
        </p:nvSpPr>
        <p:spPr>
          <a:xfrm xmlns:a="http://schemas.openxmlformats.org/drawingml/2006/main">
            <a:off x="995363" y="2005013"/>
            <a:ext cx="2486025" cy="1028700"/>
          </a:xfrm>
          <a:prstGeom xmlns:a="http://schemas.openxmlformats.org/drawingml/2006/main" prst="roundRect">
            <a:avLst>
              <a:gd name="adj" fmla="val 9259"/>
            </a:avLst>
          </a:prstGeom>
          <a:solidFill xmlns:a="http://schemas.openxmlformats.org/drawingml/2006/main">
            <a:srgbClr val="172841"/>
          </a:solidFill>
          <a:ln xmlns:a="http://schemas.openxmlformats.org/drawingml/2006/main" w="19050">
            <a:solidFill>
              <a:srgbClr val="F7CB64"/>
            </a:solidFill>
          </a:ln>
        </p:spPr>
        <p:txBody>
          <a:bodyPr xmlns:a="http://schemas.openxmlformats.org/drawingml/2006/main" lIns="76200" tIns="76200" rIns="76200" bIns="76200" anchor="ctr">
            <a:noAutofit/>
          </a:bodyPr>
          <a:lstStyle xmlns:a="http://schemas.openxmlformats.org/drawingml/2006/main">
            <a:defPPr algn="ctr">
              <a:defRPr sz="1620" b="1">
                <a:solidFill>
                  <a:srgbClr val="F5F7FB"/>
                </a:solidFill>
                <a:latin typeface="Arial"/>
                <a:ea typeface="Arial"/>
                <a:cs typeface="Arial"/>
              </a:defRPr>
            </a:defPPr>
            <a:lvl1pPr algn="ctr">
              <a:defRPr sz="1620" b="1">
                <a:solidFill>
                  <a:srgbClr val="F5F7FB"/>
                </a:solidFill>
                <a:latin typeface="Arial"/>
                <a:ea typeface="Arial"/>
                <a:cs typeface="Arial"/>
              </a:defRPr>
            </a:lvl1pPr>
            <a:lvl2pPr algn="ctr">
              <a:defRPr sz="1620" b="1">
                <a:solidFill>
                  <a:srgbClr val="F5F7FB"/>
                </a:solidFill>
                <a:latin typeface="Arial"/>
                <a:ea typeface="Arial"/>
                <a:cs typeface="Arial"/>
              </a:defRPr>
            </a:lvl2pPr>
            <a:lvl3pPr algn="ctr">
              <a:defRPr sz="1620" b="1">
                <a:solidFill>
                  <a:srgbClr val="F5F7FB"/>
                </a:solidFill>
                <a:latin typeface="Arial"/>
                <a:ea typeface="Arial"/>
                <a:cs typeface="Arial"/>
              </a:defRPr>
            </a:lvl3pPr>
            <a:lvl4pPr algn="ctr">
              <a:defRPr sz="1620" b="1">
                <a:solidFill>
                  <a:srgbClr val="F5F7FB"/>
                </a:solidFill>
                <a:latin typeface="Arial"/>
                <a:ea typeface="Arial"/>
                <a:cs typeface="Arial"/>
              </a:defRPr>
            </a:lvl4pPr>
            <a:lvl5pPr algn="ctr">
              <a:defRPr sz="1620" b="1">
                <a:solidFill>
                  <a:srgbClr val="F5F7FB"/>
                </a:solidFill>
                <a:latin typeface="Arial"/>
                <a:ea typeface="Arial"/>
                <a:cs typeface="Arial"/>
              </a:defRPr>
            </a:lvl5pPr>
            <a:lvl6pPr algn="ctr">
              <a:defRPr sz="1620" b="1">
                <a:solidFill>
                  <a:srgbClr val="F5F7FB"/>
                </a:solidFill>
                <a:latin typeface="Arial"/>
                <a:ea typeface="Arial"/>
                <a:cs typeface="Arial"/>
              </a:defRPr>
            </a:lvl6pPr>
            <a:lvl7pPr algn="ctr">
              <a:defRPr sz="1620" b="1">
                <a:solidFill>
                  <a:srgbClr val="F5F7FB"/>
                </a:solidFill>
                <a:latin typeface="Arial"/>
                <a:ea typeface="Arial"/>
                <a:cs typeface="Arial"/>
              </a:defRPr>
            </a:lvl7pPr>
            <a:lvl8pPr algn="ctr">
              <a:defRPr sz="1620" b="1">
                <a:solidFill>
                  <a:srgbClr val="F5F7FB"/>
                </a:solidFill>
                <a:latin typeface="Arial"/>
                <a:ea typeface="Arial"/>
                <a:cs typeface="Arial"/>
              </a:defRPr>
            </a:lvl8pPr>
            <a:lvl9pPr algn="ctr">
              <a:defRPr sz="1620" b="1">
                <a:solidFill>
                  <a:srgbClr val="F5F7FB"/>
                </a:solidFill>
                <a:latin typeface="Arial"/>
                <a:ea typeface="Arial"/>
                <a:cs typeface="Arial"/>
              </a:defRPr>
            </a:lvl9pPr>
          </a:lstStyle>
          <a:p xmlns:a="http://schemas.openxmlformats.org/drawingml/2006/main">
            <a:pPr algn="ctr">
              <a:defRPr sz="1620" b="1">
                <a:solidFill>
                  <a:srgbClr val="F5F7FB"/>
                </a:solidFill>
                <a:latin typeface="Arial"/>
                <a:ea typeface="Arial"/>
                <a:cs typeface="Arial"/>
              </a:defRPr>
            </a:pPr>
            <a:r>
              <a:rPr sz="1620" b="1">
                <a:solidFill>
                  <a:srgbClr val="F5F7FB"/>
                </a:solidFill>
                <a:latin typeface="Arial"/>
                <a:ea typeface="Arial"/>
                <a:cs typeface="Arial"/>
              </a:rPr>
              <a:t>Inventory</a:t>
            </a:r>
          </a:p>
          <a:p xmlns:a="http://schemas.openxmlformats.org/drawingml/2006/main">
            <a:pPr algn="ctr">
              <a:defRPr sz="1620" b="1">
                <a:solidFill>
                  <a:srgbClr val="F5F7FB"/>
                </a:solidFill>
                <a:latin typeface="Arial"/>
                <a:ea typeface="Arial"/>
                <a:cs typeface="Arial"/>
              </a:defRPr>
            </a:pPr>
            <a:r>
              <a:rPr sz="1620" b="1">
                <a:solidFill>
                  <a:srgbClr val="F5F7FB"/>
                </a:solidFill>
                <a:latin typeface="Arial"/>
                <a:ea typeface="Arial"/>
                <a:cs typeface="Arial"/>
              </a:rPr>
              <a:t>PID / HW / Load</a:t>
            </a:r>
          </a:p>
        </p:txBody>
      </p:sp>
      <p:sp>
        <p:nvSpPr>
          <p:cNvPr id="4" name="firmware">
            <a:extLst xmlns:a="http://schemas.openxmlformats.org/drawingml/2006/main">
              <a:ext uri="{FF2B5EF4-FFF2-40B4-BE49-F238E27FC236}">
                <a16:creationId xmlns:a16="http://schemas.microsoft.com/office/drawing/2014/main" id="{7C8B38E9-168A-4C91-8BDB-0C1461BDF7FE}"/>
              </a:ext>
            </a:extLst>
          </p:cNvPr>
          <p:cNvSpPr>
            <a:spLocks xmlns:a="http://schemas.openxmlformats.org/drawingml/2006/main" noGrp="1"/>
          </p:cNvSpPr>
          <p:nvPr/>
        </p:nvSpPr>
        <p:spPr>
          <a:xfrm xmlns:a="http://schemas.openxmlformats.org/drawingml/2006/main">
            <a:off x="4724400" y="2005013"/>
            <a:ext cx="2486025" cy="1028700"/>
          </a:xfrm>
          <a:prstGeom xmlns:a="http://schemas.openxmlformats.org/drawingml/2006/main" prst="roundRect">
            <a:avLst>
              <a:gd name="adj" fmla="val 9259"/>
            </a:avLst>
          </a:prstGeom>
          <a:solidFill xmlns:a="http://schemas.openxmlformats.org/drawingml/2006/main">
            <a:srgbClr val="172841"/>
          </a:solidFill>
          <a:ln xmlns:a="http://schemas.openxmlformats.org/drawingml/2006/main" w="19050">
            <a:solidFill>
              <a:srgbClr val="FF836D"/>
            </a:solidFill>
          </a:ln>
        </p:spPr>
        <p:txBody>
          <a:bodyPr xmlns:a="http://schemas.openxmlformats.org/drawingml/2006/main" lIns="76200" tIns="76200" rIns="76200" bIns="76200" anchor="ctr">
            <a:noAutofit/>
          </a:bodyPr>
          <a:lstStyle xmlns:a="http://schemas.openxmlformats.org/drawingml/2006/main">
            <a:defPPr algn="ctr">
              <a:defRPr sz="1620" b="1">
                <a:solidFill>
                  <a:srgbClr val="F5F7FB"/>
                </a:solidFill>
                <a:latin typeface="Arial"/>
                <a:ea typeface="Arial"/>
                <a:cs typeface="Arial"/>
              </a:defRPr>
            </a:defPPr>
            <a:lvl1pPr algn="ctr">
              <a:defRPr sz="1620" b="1">
                <a:solidFill>
                  <a:srgbClr val="F5F7FB"/>
                </a:solidFill>
                <a:latin typeface="Arial"/>
                <a:ea typeface="Arial"/>
                <a:cs typeface="Arial"/>
              </a:defRPr>
            </a:lvl1pPr>
            <a:lvl2pPr algn="ctr">
              <a:defRPr sz="1620" b="1">
                <a:solidFill>
                  <a:srgbClr val="F5F7FB"/>
                </a:solidFill>
                <a:latin typeface="Arial"/>
                <a:ea typeface="Arial"/>
                <a:cs typeface="Arial"/>
              </a:defRPr>
            </a:lvl2pPr>
            <a:lvl3pPr algn="ctr">
              <a:defRPr sz="1620" b="1">
                <a:solidFill>
                  <a:srgbClr val="F5F7FB"/>
                </a:solidFill>
                <a:latin typeface="Arial"/>
                <a:ea typeface="Arial"/>
                <a:cs typeface="Arial"/>
              </a:defRPr>
            </a:lvl3pPr>
            <a:lvl4pPr algn="ctr">
              <a:defRPr sz="1620" b="1">
                <a:solidFill>
                  <a:srgbClr val="F5F7FB"/>
                </a:solidFill>
                <a:latin typeface="Arial"/>
                <a:ea typeface="Arial"/>
                <a:cs typeface="Arial"/>
              </a:defRPr>
            </a:lvl4pPr>
            <a:lvl5pPr algn="ctr">
              <a:defRPr sz="1620" b="1">
                <a:solidFill>
                  <a:srgbClr val="F5F7FB"/>
                </a:solidFill>
                <a:latin typeface="Arial"/>
                <a:ea typeface="Arial"/>
                <a:cs typeface="Arial"/>
              </a:defRPr>
            </a:lvl5pPr>
            <a:lvl6pPr algn="ctr">
              <a:defRPr sz="1620" b="1">
                <a:solidFill>
                  <a:srgbClr val="F5F7FB"/>
                </a:solidFill>
                <a:latin typeface="Arial"/>
                <a:ea typeface="Arial"/>
                <a:cs typeface="Arial"/>
              </a:defRPr>
            </a:lvl6pPr>
            <a:lvl7pPr algn="ctr">
              <a:defRPr sz="1620" b="1">
                <a:solidFill>
                  <a:srgbClr val="F5F7FB"/>
                </a:solidFill>
                <a:latin typeface="Arial"/>
                <a:ea typeface="Arial"/>
                <a:cs typeface="Arial"/>
              </a:defRPr>
            </a:lvl7pPr>
            <a:lvl8pPr algn="ctr">
              <a:defRPr sz="1620" b="1">
                <a:solidFill>
                  <a:srgbClr val="F5F7FB"/>
                </a:solidFill>
                <a:latin typeface="Arial"/>
                <a:ea typeface="Arial"/>
                <a:cs typeface="Arial"/>
              </a:defRPr>
            </a:lvl8pPr>
            <a:lvl9pPr algn="ctr">
              <a:defRPr sz="1620" b="1">
                <a:solidFill>
                  <a:srgbClr val="F5F7FB"/>
                </a:solidFill>
                <a:latin typeface="Arial"/>
                <a:ea typeface="Arial"/>
                <a:cs typeface="Arial"/>
              </a:defRPr>
            </a:lvl9pPr>
          </a:lstStyle>
          <a:p xmlns:a="http://schemas.openxmlformats.org/drawingml/2006/main">
            <a:pPr algn="ctr">
              <a:defRPr sz="1620" b="1">
                <a:solidFill>
                  <a:srgbClr val="F5F7FB"/>
                </a:solidFill>
                <a:latin typeface="Arial"/>
                <a:ea typeface="Arial"/>
                <a:cs typeface="Arial"/>
              </a:defRPr>
            </a:pPr>
            <a:r>
              <a:rPr sz="1620" b="1">
                <a:solidFill>
                  <a:srgbClr val="F5F7FB"/>
                </a:solidFill>
                <a:latin typeface="Arial"/>
                <a:ea typeface="Arial"/>
                <a:cs typeface="Arial"/>
              </a:rPr>
              <a:t>Firmware path</a:t>
            </a:r>
          </a:p>
          <a:p xmlns:a="http://schemas.openxmlformats.org/drawingml/2006/main">
            <a:pPr algn="ctr">
              <a:defRPr sz="1620" b="1">
                <a:solidFill>
                  <a:srgbClr val="F5F7FB"/>
                </a:solidFill>
                <a:latin typeface="Arial"/>
                <a:ea typeface="Arial"/>
                <a:cs typeface="Arial"/>
              </a:defRPr>
            </a:pPr>
            <a:r>
              <a:rPr sz="1620" b="1">
                <a:solidFill>
                  <a:srgbClr val="F5F7FB"/>
                </a:solidFill>
                <a:latin typeface="Arial"/>
                <a:ea typeface="Arial"/>
                <a:cs typeface="Arial"/>
              </a:rPr>
              <a:t>SCCP to SIP</a:t>
            </a:r>
          </a:p>
        </p:txBody>
      </p:sp>
      <p:sp>
        <p:nvSpPr>
          <p:cNvPr id="5" name="tftp">
            <a:extLst xmlns:a="http://schemas.openxmlformats.org/drawingml/2006/main">
              <a:ext uri="{FF2B5EF4-FFF2-40B4-BE49-F238E27FC236}">
                <a16:creationId xmlns:a16="http://schemas.microsoft.com/office/drawing/2014/main" id="{3CB8589F-296B-4CA3-8DE1-421FA47FFFD5}"/>
              </a:ext>
            </a:extLst>
          </p:cNvPr>
          <p:cNvSpPr>
            <a:spLocks xmlns:a="http://schemas.openxmlformats.org/drawingml/2006/main" noGrp="1"/>
          </p:cNvSpPr>
          <p:nvPr/>
        </p:nvSpPr>
        <p:spPr>
          <a:xfrm xmlns:a="http://schemas.openxmlformats.org/drawingml/2006/main">
            <a:off x="8453438" y="2005013"/>
            <a:ext cx="2486025" cy="1028700"/>
          </a:xfrm>
          <a:prstGeom xmlns:a="http://schemas.openxmlformats.org/drawingml/2006/main" prst="roundRect">
            <a:avLst>
              <a:gd name="adj" fmla="val 9259"/>
            </a:avLst>
          </a:prstGeom>
          <a:solidFill xmlns:a="http://schemas.openxmlformats.org/drawingml/2006/main">
            <a:srgbClr val="172841"/>
          </a:solidFill>
          <a:ln xmlns:a="http://schemas.openxmlformats.org/drawingml/2006/main" w="19050">
            <a:solidFill>
              <a:srgbClr val="48DDCC"/>
            </a:solidFill>
          </a:ln>
        </p:spPr>
        <p:txBody>
          <a:bodyPr xmlns:a="http://schemas.openxmlformats.org/drawingml/2006/main" lIns="76200" tIns="76200" rIns="76200" bIns="76200" anchor="ctr">
            <a:noAutofit/>
          </a:bodyPr>
          <a:lstStyle xmlns:a="http://schemas.openxmlformats.org/drawingml/2006/main">
            <a:defPPr algn="ctr">
              <a:defRPr sz="1620" b="1">
                <a:solidFill>
                  <a:srgbClr val="F5F7FB"/>
                </a:solidFill>
                <a:latin typeface="Arial"/>
                <a:ea typeface="Arial"/>
                <a:cs typeface="Arial"/>
              </a:defRPr>
            </a:defPPr>
            <a:lvl1pPr algn="ctr">
              <a:defRPr sz="1620" b="1">
                <a:solidFill>
                  <a:srgbClr val="F5F7FB"/>
                </a:solidFill>
                <a:latin typeface="Arial"/>
                <a:ea typeface="Arial"/>
                <a:cs typeface="Arial"/>
              </a:defRPr>
            </a:lvl1pPr>
            <a:lvl2pPr algn="ctr">
              <a:defRPr sz="1620" b="1">
                <a:solidFill>
                  <a:srgbClr val="F5F7FB"/>
                </a:solidFill>
                <a:latin typeface="Arial"/>
                <a:ea typeface="Arial"/>
                <a:cs typeface="Arial"/>
              </a:defRPr>
            </a:lvl2pPr>
            <a:lvl3pPr algn="ctr">
              <a:defRPr sz="1620" b="1">
                <a:solidFill>
                  <a:srgbClr val="F5F7FB"/>
                </a:solidFill>
                <a:latin typeface="Arial"/>
                <a:ea typeface="Arial"/>
                <a:cs typeface="Arial"/>
              </a:defRPr>
            </a:lvl3pPr>
            <a:lvl4pPr algn="ctr">
              <a:defRPr sz="1620" b="1">
                <a:solidFill>
                  <a:srgbClr val="F5F7FB"/>
                </a:solidFill>
                <a:latin typeface="Arial"/>
                <a:ea typeface="Arial"/>
                <a:cs typeface="Arial"/>
              </a:defRPr>
            </a:lvl4pPr>
            <a:lvl5pPr algn="ctr">
              <a:defRPr sz="1620" b="1">
                <a:solidFill>
                  <a:srgbClr val="F5F7FB"/>
                </a:solidFill>
                <a:latin typeface="Arial"/>
                <a:ea typeface="Arial"/>
                <a:cs typeface="Arial"/>
              </a:defRPr>
            </a:lvl5pPr>
            <a:lvl6pPr algn="ctr">
              <a:defRPr sz="1620" b="1">
                <a:solidFill>
                  <a:srgbClr val="F5F7FB"/>
                </a:solidFill>
                <a:latin typeface="Arial"/>
                <a:ea typeface="Arial"/>
                <a:cs typeface="Arial"/>
              </a:defRPr>
            </a:lvl6pPr>
            <a:lvl7pPr algn="ctr">
              <a:defRPr sz="1620" b="1">
                <a:solidFill>
                  <a:srgbClr val="F5F7FB"/>
                </a:solidFill>
                <a:latin typeface="Arial"/>
                <a:ea typeface="Arial"/>
                <a:cs typeface="Arial"/>
              </a:defRPr>
            </a:lvl7pPr>
            <a:lvl8pPr algn="ctr">
              <a:defRPr sz="1620" b="1">
                <a:solidFill>
                  <a:srgbClr val="F5F7FB"/>
                </a:solidFill>
                <a:latin typeface="Arial"/>
                <a:ea typeface="Arial"/>
                <a:cs typeface="Arial"/>
              </a:defRPr>
            </a:lvl8pPr>
            <a:lvl9pPr algn="ctr">
              <a:defRPr sz="1620" b="1">
                <a:solidFill>
                  <a:srgbClr val="F5F7FB"/>
                </a:solidFill>
                <a:latin typeface="Arial"/>
                <a:ea typeface="Arial"/>
                <a:cs typeface="Arial"/>
              </a:defRPr>
            </a:lvl9pPr>
          </a:lstStyle>
          <a:p xmlns:a="http://schemas.openxmlformats.org/drawingml/2006/main">
            <a:pPr algn="ctr">
              <a:defRPr sz="1620" b="1">
                <a:solidFill>
                  <a:srgbClr val="F5F7FB"/>
                </a:solidFill>
                <a:latin typeface="Arial"/>
                <a:ea typeface="Arial"/>
                <a:cs typeface="Arial"/>
              </a:defRPr>
            </a:pPr>
            <a:r>
              <a:rPr sz="1620" b="1">
                <a:solidFill>
                  <a:srgbClr val="F5F7FB"/>
                </a:solidFill>
                <a:latin typeface="Arial"/>
                <a:ea typeface="Arial"/>
                <a:cs typeface="Arial"/>
              </a:rPr>
              <a:t>TFTP ready</a:t>
            </a:r>
          </a:p>
          <a:p xmlns:a="http://schemas.openxmlformats.org/drawingml/2006/main">
            <a:pPr algn="ctr">
              <a:defRPr sz="1620" b="1">
                <a:solidFill>
                  <a:srgbClr val="F5F7FB"/>
                </a:solidFill>
                <a:latin typeface="Arial"/>
                <a:ea typeface="Arial"/>
                <a:cs typeface="Arial"/>
              </a:defRPr>
            </a:pPr>
            <a:r>
              <a:rPr sz="1620" b="1">
                <a:solidFill>
                  <a:srgbClr val="F5F7FB"/>
                </a:solidFill>
                <a:latin typeface="Arial"/>
                <a:ea typeface="Arial"/>
                <a:cs typeface="Arial"/>
              </a:rPr>
              <a:t>bundle + SEP XML</a:t>
            </a:r>
          </a:p>
        </p:txBody>
      </p:sp>
      <p:sp>
        <p:nvSpPr>
          <p:cNvPr id="6" name="pilot">
            <a:extLst xmlns:a="http://schemas.openxmlformats.org/drawingml/2006/main">
              <a:ext uri="{FF2B5EF4-FFF2-40B4-BE49-F238E27FC236}">
                <a16:creationId xmlns:a16="http://schemas.microsoft.com/office/drawing/2014/main" id="{94767788-FC59-45C3-B768-EDAADA050F18}"/>
              </a:ext>
            </a:extLst>
          </p:cNvPr>
          <p:cNvSpPr>
            <a:spLocks xmlns:a="http://schemas.openxmlformats.org/drawingml/2006/main" noGrp="1"/>
          </p:cNvSpPr>
          <p:nvPr/>
        </p:nvSpPr>
        <p:spPr>
          <a:xfrm xmlns:a="http://schemas.openxmlformats.org/drawingml/2006/main">
            <a:off x="8453438" y="4019550"/>
            <a:ext cx="2486025" cy="1028700"/>
          </a:xfrm>
          <a:prstGeom xmlns:a="http://schemas.openxmlformats.org/drawingml/2006/main" prst="roundRect">
            <a:avLst>
              <a:gd name="adj" fmla="val 9259"/>
            </a:avLst>
          </a:prstGeom>
          <a:solidFill xmlns:a="http://schemas.openxmlformats.org/drawingml/2006/main">
            <a:srgbClr val="172841"/>
          </a:solidFill>
          <a:ln xmlns:a="http://schemas.openxmlformats.org/drawingml/2006/main" w="19050">
            <a:solidFill>
              <a:srgbClr val="48DDCC"/>
            </a:solidFill>
          </a:ln>
        </p:spPr>
        <p:txBody>
          <a:bodyPr xmlns:a="http://schemas.openxmlformats.org/drawingml/2006/main" lIns="76200" tIns="76200" rIns="76200" bIns="76200" anchor="ctr">
            <a:noAutofit/>
          </a:bodyPr>
          <a:lstStyle xmlns:a="http://schemas.openxmlformats.org/drawingml/2006/main">
            <a:defPPr algn="ctr">
              <a:defRPr sz="1620" b="1">
                <a:solidFill>
                  <a:srgbClr val="F5F7FB"/>
                </a:solidFill>
                <a:latin typeface="Arial"/>
                <a:ea typeface="Arial"/>
                <a:cs typeface="Arial"/>
              </a:defRPr>
            </a:defPPr>
            <a:lvl1pPr algn="ctr">
              <a:defRPr sz="1620" b="1">
                <a:solidFill>
                  <a:srgbClr val="F5F7FB"/>
                </a:solidFill>
                <a:latin typeface="Arial"/>
                <a:ea typeface="Arial"/>
                <a:cs typeface="Arial"/>
              </a:defRPr>
            </a:lvl1pPr>
            <a:lvl2pPr algn="ctr">
              <a:defRPr sz="1620" b="1">
                <a:solidFill>
                  <a:srgbClr val="F5F7FB"/>
                </a:solidFill>
                <a:latin typeface="Arial"/>
                <a:ea typeface="Arial"/>
                <a:cs typeface="Arial"/>
              </a:defRPr>
            </a:lvl2pPr>
            <a:lvl3pPr algn="ctr">
              <a:defRPr sz="1620" b="1">
                <a:solidFill>
                  <a:srgbClr val="F5F7FB"/>
                </a:solidFill>
                <a:latin typeface="Arial"/>
                <a:ea typeface="Arial"/>
                <a:cs typeface="Arial"/>
              </a:defRPr>
            </a:lvl3pPr>
            <a:lvl4pPr algn="ctr">
              <a:defRPr sz="1620" b="1">
                <a:solidFill>
                  <a:srgbClr val="F5F7FB"/>
                </a:solidFill>
                <a:latin typeface="Arial"/>
                <a:ea typeface="Arial"/>
                <a:cs typeface="Arial"/>
              </a:defRPr>
            </a:lvl4pPr>
            <a:lvl5pPr algn="ctr">
              <a:defRPr sz="1620" b="1">
                <a:solidFill>
                  <a:srgbClr val="F5F7FB"/>
                </a:solidFill>
                <a:latin typeface="Arial"/>
                <a:ea typeface="Arial"/>
                <a:cs typeface="Arial"/>
              </a:defRPr>
            </a:lvl5pPr>
            <a:lvl6pPr algn="ctr">
              <a:defRPr sz="1620" b="1">
                <a:solidFill>
                  <a:srgbClr val="F5F7FB"/>
                </a:solidFill>
                <a:latin typeface="Arial"/>
                <a:ea typeface="Arial"/>
                <a:cs typeface="Arial"/>
              </a:defRPr>
            </a:lvl6pPr>
            <a:lvl7pPr algn="ctr">
              <a:defRPr sz="1620" b="1">
                <a:solidFill>
                  <a:srgbClr val="F5F7FB"/>
                </a:solidFill>
                <a:latin typeface="Arial"/>
                <a:ea typeface="Arial"/>
                <a:cs typeface="Arial"/>
              </a:defRPr>
            </a:lvl7pPr>
            <a:lvl8pPr algn="ctr">
              <a:defRPr sz="1620" b="1">
                <a:solidFill>
                  <a:srgbClr val="F5F7FB"/>
                </a:solidFill>
                <a:latin typeface="Arial"/>
                <a:ea typeface="Arial"/>
                <a:cs typeface="Arial"/>
              </a:defRPr>
            </a:lvl8pPr>
            <a:lvl9pPr algn="ctr">
              <a:defRPr sz="1620" b="1">
                <a:solidFill>
                  <a:srgbClr val="F5F7FB"/>
                </a:solidFill>
                <a:latin typeface="Arial"/>
                <a:ea typeface="Arial"/>
                <a:cs typeface="Arial"/>
              </a:defRPr>
            </a:lvl9pPr>
          </a:lstStyle>
          <a:p xmlns:a="http://schemas.openxmlformats.org/drawingml/2006/main">
            <a:pPr algn="ctr">
              <a:defRPr sz="1620" b="1">
                <a:solidFill>
                  <a:srgbClr val="F5F7FB"/>
                </a:solidFill>
                <a:latin typeface="Arial"/>
                <a:ea typeface="Arial"/>
                <a:cs typeface="Arial"/>
              </a:defRPr>
            </a:pPr>
            <a:r>
              <a:rPr sz="1620" b="1">
                <a:solidFill>
                  <a:srgbClr val="F5F7FB"/>
                </a:solidFill>
                <a:latin typeface="Arial"/>
                <a:ea typeface="Arial"/>
                <a:cs typeface="Arial"/>
              </a:rPr>
              <a:t>One pilot phone</a:t>
            </a:r>
          </a:p>
          <a:p xmlns:a="http://schemas.openxmlformats.org/drawingml/2006/main">
            <a:pPr algn="ctr">
              <a:defRPr sz="1620" b="1">
                <a:solidFill>
                  <a:srgbClr val="F5F7FB"/>
                </a:solidFill>
                <a:latin typeface="Arial"/>
                <a:ea typeface="Arial"/>
                <a:cs typeface="Arial"/>
              </a:defRPr>
            </a:pPr>
            <a:r>
              <a:rPr sz="1620" b="1">
                <a:solidFill>
                  <a:srgbClr val="F5F7FB"/>
                </a:solidFill>
                <a:latin typeface="Arial"/>
                <a:ea typeface="Arial"/>
                <a:cs typeface="Arial"/>
              </a:rPr>
              <a:t>stable power</a:t>
            </a:r>
          </a:p>
        </p:txBody>
      </p:sp>
      <p:sp>
        <p:nvSpPr>
          <p:cNvPr id="7" name="accept">
            <a:extLst xmlns:a="http://schemas.openxmlformats.org/drawingml/2006/main">
              <a:ext uri="{FF2B5EF4-FFF2-40B4-BE49-F238E27FC236}">
                <a16:creationId xmlns:a16="http://schemas.microsoft.com/office/drawing/2014/main" id="{3155B006-728E-4E0E-AD25-69100A352EF8}"/>
              </a:ext>
            </a:extLst>
          </p:cNvPr>
          <p:cNvSpPr>
            <a:spLocks xmlns:a="http://schemas.openxmlformats.org/drawingml/2006/main" noGrp="1"/>
          </p:cNvSpPr>
          <p:nvPr/>
        </p:nvSpPr>
        <p:spPr>
          <a:xfrm xmlns:a="http://schemas.openxmlformats.org/drawingml/2006/main">
            <a:off x="4724400" y="4019550"/>
            <a:ext cx="2486025" cy="1028700"/>
          </a:xfrm>
          <a:prstGeom xmlns:a="http://schemas.openxmlformats.org/drawingml/2006/main" prst="roundRect">
            <a:avLst>
              <a:gd name="adj" fmla="val 9259"/>
            </a:avLst>
          </a:prstGeom>
          <a:solidFill xmlns:a="http://schemas.openxmlformats.org/drawingml/2006/main">
            <a:srgbClr val="172841"/>
          </a:solidFill>
          <a:ln xmlns:a="http://schemas.openxmlformats.org/drawingml/2006/main" w="19050">
            <a:solidFill>
              <a:srgbClr val="48DDCC"/>
            </a:solidFill>
          </a:ln>
        </p:spPr>
        <p:txBody>
          <a:bodyPr xmlns:a="http://schemas.openxmlformats.org/drawingml/2006/main" lIns="76200" tIns="76200" rIns="76200" bIns="76200" anchor="ctr">
            <a:noAutofit/>
          </a:bodyPr>
          <a:lstStyle xmlns:a="http://schemas.openxmlformats.org/drawingml/2006/main">
            <a:defPPr algn="ctr">
              <a:defRPr sz="1620" b="1">
                <a:solidFill>
                  <a:srgbClr val="F5F7FB"/>
                </a:solidFill>
                <a:latin typeface="Arial"/>
                <a:ea typeface="Arial"/>
                <a:cs typeface="Arial"/>
              </a:defRPr>
            </a:defPPr>
            <a:lvl1pPr algn="ctr">
              <a:defRPr sz="1620" b="1">
                <a:solidFill>
                  <a:srgbClr val="F5F7FB"/>
                </a:solidFill>
                <a:latin typeface="Arial"/>
                <a:ea typeface="Arial"/>
                <a:cs typeface="Arial"/>
              </a:defRPr>
            </a:lvl1pPr>
            <a:lvl2pPr algn="ctr">
              <a:defRPr sz="1620" b="1">
                <a:solidFill>
                  <a:srgbClr val="F5F7FB"/>
                </a:solidFill>
                <a:latin typeface="Arial"/>
                <a:ea typeface="Arial"/>
                <a:cs typeface="Arial"/>
              </a:defRPr>
            </a:lvl2pPr>
            <a:lvl3pPr algn="ctr">
              <a:defRPr sz="1620" b="1">
                <a:solidFill>
                  <a:srgbClr val="F5F7FB"/>
                </a:solidFill>
                <a:latin typeface="Arial"/>
                <a:ea typeface="Arial"/>
                <a:cs typeface="Arial"/>
              </a:defRPr>
            </a:lvl3pPr>
            <a:lvl4pPr algn="ctr">
              <a:defRPr sz="1620" b="1">
                <a:solidFill>
                  <a:srgbClr val="F5F7FB"/>
                </a:solidFill>
                <a:latin typeface="Arial"/>
                <a:ea typeface="Arial"/>
                <a:cs typeface="Arial"/>
              </a:defRPr>
            </a:lvl4pPr>
            <a:lvl5pPr algn="ctr">
              <a:defRPr sz="1620" b="1">
                <a:solidFill>
                  <a:srgbClr val="F5F7FB"/>
                </a:solidFill>
                <a:latin typeface="Arial"/>
                <a:ea typeface="Arial"/>
                <a:cs typeface="Arial"/>
              </a:defRPr>
            </a:lvl5pPr>
            <a:lvl6pPr algn="ctr">
              <a:defRPr sz="1620" b="1">
                <a:solidFill>
                  <a:srgbClr val="F5F7FB"/>
                </a:solidFill>
                <a:latin typeface="Arial"/>
                <a:ea typeface="Arial"/>
                <a:cs typeface="Arial"/>
              </a:defRPr>
            </a:lvl6pPr>
            <a:lvl7pPr algn="ctr">
              <a:defRPr sz="1620" b="1">
                <a:solidFill>
                  <a:srgbClr val="F5F7FB"/>
                </a:solidFill>
                <a:latin typeface="Arial"/>
                <a:ea typeface="Arial"/>
                <a:cs typeface="Arial"/>
              </a:defRPr>
            </a:lvl7pPr>
            <a:lvl8pPr algn="ctr">
              <a:defRPr sz="1620" b="1">
                <a:solidFill>
                  <a:srgbClr val="F5F7FB"/>
                </a:solidFill>
                <a:latin typeface="Arial"/>
                <a:ea typeface="Arial"/>
                <a:cs typeface="Arial"/>
              </a:defRPr>
            </a:lvl8pPr>
            <a:lvl9pPr algn="ctr">
              <a:defRPr sz="1620" b="1">
                <a:solidFill>
                  <a:srgbClr val="F5F7FB"/>
                </a:solidFill>
                <a:latin typeface="Arial"/>
                <a:ea typeface="Arial"/>
                <a:cs typeface="Arial"/>
              </a:defRPr>
            </a:lvl9pPr>
          </a:lstStyle>
          <a:p xmlns:a="http://schemas.openxmlformats.org/drawingml/2006/main">
            <a:pPr algn="ctr">
              <a:defRPr sz="1620" b="1">
                <a:solidFill>
                  <a:srgbClr val="F5F7FB"/>
                </a:solidFill>
                <a:latin typeface="Arial"/>
                <a:ea typeface="Arial"/>
                <a:cs typeface="Arial"/>
              </a:defRPr>
            </a:pPr>
            <a:r>
              <a:rPr sz="1620" b="1">
                <a:solidFill>
                  <a:srgbClr val="F5F7FB"/>
                </a:solidFill>
                <a:latin typeface="Arial"/>
                <a:ea typeface="Arial"/>
                <a:cs typeface="Arial"/>
              </a:rPr>
              <a:t>Call tests</a:t>
            </a:r>
          </a:p>
          <a:p xmlns:a="http://schemas.openxmlformats.org/drawingml/2006/main">
            <a:pPr algn="ctr">
              <a:defRPr sz="1620" b="1">
                <a:solidFill>
                  <a:srgbClr val="F5F7FB"/>
                </a:solidFill>
                <a:latin typeface="Arial"/>
                <a:ea typeface="Arial"/>
                <a:cs typeface="Arial"/>
              </a:defRPr>
            </a:pPr>
            <a:r>
              <a:rPr sz="1620" b="1">
                <a:solidFill>
                  <a:srgbClr val="F5F7FB"/>
                </a:solidFill>
                <a:latin typeface="Arial"/>
                <a:ea typeface="Arial"/>
                <a:cs typeface="Arial"/>
              </a:rPr>
              <a:t>audio / DTMF / reboot</a:t>
            </a:r>
          </a:p>
        </p:txBody>
      </p:sp>
      <p:sp>
        <p:nvSpPr>
          <p:cNvPr id="8" name="fleet">
            <a:extLst xmlns:a="http://schemas.openxmlformats.org/drawingml/2006/main">
              <a:ext uri="{FF2B5EF4-FFF2-40B4-BE49-F238E27FC236}">
                <a16:creationId xmlns:a16="http://schemas.microsoft.com/office/drawing/2014/main" id="{6A9C1079-9A28-4779-8481-7CFB9398D3FD}"/>
              </a:ext>
            </a:extLst>
          </p:cNvPr>
          <p:cNvSpPr>
            <a:spLocks xmlns:a="http://schemas.openxmlformats.org/drawingml/2006/main" noGrp="1"/>
          </p:cNvSpPr>
          <p:nvPr/>
        </p:nvSpPr>
        <p:spPr>
          <a:xfrm xmlns:a="http://schemas.openxmlformats.org/drawingml/2006/main">
            <a:off x="995363" y="4019550"/>
            <a:ext cx="2486025" cy="1028700"/>
          </a:xfrm>
          <a:prstGeom xmlns:a="http://schemas.openxmlformats.org/drawingml/2006/main" prst="roundRect">
            <a:avLst>
              <a:gd name="adj" fmla="val 9259"/>
            </a:avLst>
          </a:prstGeom>
          <a:solidFill xmlns:a="http://schemas.openxmlformats.org/drawingml/2006/main">
            <a:srgbClr val="172841"/>
          </a:solidFill>
          <a:ln xmlns:a="http://schemas.openxmlformats.org/drawingml/2006/main" w="19050">
            <a:solidFill>
              <a:srgbClr val="F7CB64"/>
            </a:solidFill>
          </a:ln>
        </p:spPr>
        <p:txBody>
          <a:bodyPr xmlns:a="http://schemas.openxmlformats.org/drawingml/2006/main" lIns="76200" tIns="76200" rIns="76200" bIns="76200" anchor="ctr">
            <a:noAutofit/>
          </a:bodyPr>
          <a:lstStyle xmlns:a="http://schemas.openxmlformats.org/drawingml/2006/main">
            <a:defPPr algn="ctr">
              <a:defRPr sz="1620" b="1">
                <a:solidFill>
                  <a:srgbClr val="F5F7FB"/>
                </a:solidFill>
                <a:latin typeface="Arial"/>
                <a:ea typeface="Arial"/>
                <a:cs typeface="Arial"/>
              </a:defRPr>
            </a:defPPr>
            <a:lvl1pPr algn="ctr">
              <a:defRPr sz="1620" b="1">
                <a:solidFill>
                  <a:srgbClr val="F5F7FB"/>
                </a:solidFill>
                <a:latin typeface="Arial"/>
                <a:ea typeface="Arial"/>
                <a:cs typeface="Arial"/>
              </a:defRPr>
            </a:lvl1pPr>
            <a:lvl2pPr algn="ctr">
              <a:defRPr sz="1620" b="1">
                <a:solidFill>
                  <a:srgbClr val="F5F7FB"/>
                </a:solidFill>
                <a:latin typeface="Arial"/>
                <a:ea typeface="Arial"/>
                <a:cs typeface="Arial"/>
              </a:defRPr>
            </a:lvl2pPr>
            <a:lvl3pPr algn="ctr">
              <a:defRPr sz="1620" b="1">
                <a:solidFill>
                  <a:srgbClr val="F5F7FB"/>
                </a:solidFill>
                <a:latin typeface="Arial"/>
                <a:ea typeface="Arial"/>
                <a:cs typeface="Arial"/>
              </a:defRPr>
            </a:lvl3pPr>
            <a:lvl4pPr algn="ctr">
              <a:defRPr sz="1620" b="1">
                <a:solidFill>
                  <a:srgbClr val="F5F7FB"/>
                </a:solidFill>
                <a:latin typeface="Arial"/>
                <a:ea typeface="Arial"/>
                <a:cs typeface="Arial"/>
              </a:defRPr>
            </a:lvl4pPr>
            <a:lvl5pPr algn="ctr">
              <a:defRPr sz="1620" b="1">
                <a:solidFill>
                  <a:srgbClr val="F5F7FB"/>
                </a:solidFill>
                <a:latin typeface="Arial"/>
                <a:ea typeface="Arial"/>
                <a:cs typeface="Arial"/>
              </a:defRPr>
            </a:lvl5pPr>
            <a:lvl6pPr algn="ctr">
              <a:defRPr sz="1620" b="1">
                <a:solidFill>
                  <a:srgbClr val="F5F7FB"/>
                </a:solidFill>
                <a:latin typeface="Arial"/>
                <a:ea typeface="Arial"/>
                <a:cs typeface="Arial"/>
              </a:defRPr>
            </a:lvl6pPr>
            <a:lvl7pPr algn="ctr">
              <a:defRPr sz="1620" b="1">
                <a:solidFill>
                  <a:srgbClr val="F5F7FB"/>
                </a:solidFill>
                <a:latin typeface="Arial"/>
                <a:ea typeface="Arial"/>
                <a:cs typeface="Arial"/>
              </a:defRPr>
            </a:lvl7pPr>
            <a:lvl8pPr algn="ctr">
              <a:defRPr sz="1620" b="1">
                <a:solidFill>
                  <a:srgbClr val="F5F7FB"/>
                </a:solidFill>
                <a:latin typeface="Arial"/>
                <a:ea typeface="Arial"/>
                <a:cs typeface="Arial"/>
              </a:defRPr>
            </a:lvl8pPr>
            <a:lvl9pPr algn="ctr">
              <a:defRPr sz="1620" b="1">
                <a:solidFill>
                  <a:srgbClr val="F5F7FB"/>
                </a:solidFill>
                <a:latin typeface="Arial"/>
                <a:ea typeface="Arial"/>
                <a:cs typeface="Arial"/>
              </a:defRPr>
            </a:lvl9pPr>
          </a:lstStyle>
          <a:p xmlns:a="http://schemas.openxmlformats.org/drawingml/2006/main">
            <a:pPr algn="ctr">
              <a:defRPr sz="1620" b="1">
                <a:solidFill>
                  <a:srgbClr val="F5F7FB"/>
                </a:solidFill>
                <a:latin typeface="Arial"/>
                <a:ea typeface="Arial"/>
                <a:cs typeface="Arial"/>
              </a:defRPr>
            </a:pPr>
            <a:r>
              <a:rPr sz="1620" b="1">
                <a:solidFill>
                  <a:srgbClr val="F5F7FB"/>
                </a:solidFill>
                <a:latin typeface="Arial"/>
                <a:ea typeface="Arial"/>
                <a:cs typeface="Arial"/>
              </a:rPr>
              <a:t>Remaining phones</a:t>
            </a:r>
          </a:p>
          <a:p xmlns:a="http://schemas.openxmlformats.org/drawingml/2006/main">
            <a:pPr algn="ctr">
              <a:defRPr sz="1620" b="1">
                <a:solidFill>
                  <a:srgbClr val="F5F7FB"/>
                </a:solidFill>
                <a:latin typeface="Arial"/>
                <a:ea typeface="Arial"/>
                <a:cs typeface="Arial"/>
              </a:defRPr>
            </a:pPr>
            <a:r>
              <a:rPr sz="1620" b="1">
                <a:solidFill>
                  <a:srgbClr val="F5F7FB"/>
                </a:solidFill>
                <a:latin typeface="Arial"/>
                <a:ea typeface="Arial"/>
                <a:cs typeface="Arial"/>
              </a:rPr>
              <a:t>one at a time</a:t>
            </a:r>
          </a:p>
        </p:txBody>
      </p:sp>
      <p:sp>
        <p:nvSpPr>
          <p:cNvPr id="14" name="HW 13.0+ requires at least 9.3(1)SR3. The upgrade path depends on">
            <a:extLst xmlns:a="http://schemas.openxmlformats.org/drawingml/2006/main">
              <a:ext uri="{FF2B5EF4-FFF2-40B4-BE49-F238E27FC236}">
                <a16:creationId xmlns:a16="http://schemas.microsoft.com/office/drawing/2014/main" id="{A1003D1E-3EFC-420F-86CF-4F92010B7557}"/>
              </a:ext>
            </a:extLst>
          </p:cNvPr>
          <p:cNvSpPr>
            <a:spLocks xmlns:a="http://schemas.openxmlformats.org/drawingml/2006/main" noGrp="1"/>
          </p:cNvSpPr>
          <p:nvPr/>
        </p:nvSpPr>
        <p:spPr>
          <a:xfrm xmlns:a="http://schemas.openxmlformats.org/drawingml/2006/main">
            <a:off x="571500" y="5953125"/>
            <a:ext cx="10191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AAB9D0"/>
                </a:solidFill>
                <a:latin typeface="Arial"/>
                <a:ea typeface="Arial"/>
                <a:cs typeface="Arial"/>
              </a:defRPr>
            </a:defPPr>
            <a:lvl1pPr algn="l">
              <a:defRPr sz="1425" b="0">
                <a:solidFill>
                  <a:srgbClr val="AAB9D0"/>
                </a:solidFill>
                <a:latin typeface="Arial"/>
                <a:ea typeface="Arial"/>
                <a:cs typeface="Arial"/>
              </a:defRPr>
            </a:lvl1pPr>
            <a:lvl2pPr algn="l">
              <a:defRPr sz="1425" b="0">
                <a:solidFill>
                  <a:srgbClr val="AAB9D0"/>
                </a:solidFill>
                <a:latin typeface="Arial"/>
                <a:ea typeface="Arial"/>
                <a:cs typeface="Arial"/>
              </a:defRPr>
            </a:lvl2pPr>
            <a:lvl3pPr algn="l">
              <a:defRPr sz="1425" b="0">
                <a:solidFill>
                  <a:srgbClr val="AAB9D0"/>
                </a:solidFill>
                <a:latin typeface="Arial"/>
                <a:ea typeface="Arial"/>
                <a:cs typeface="Arial"/>
              </a:defRPr>
            </a:lvl3pPr>
            <a:lvl4pPr algn="l">
              <a:defRPr sz="1425" b="0">
                <a:solidFill>
                  <a:srgbClr val="AAB9D0"/>
                </a:solidFill>
                <a:latin typeface="Arial"/>
                <a:ea typeface="Arial"/>
                <a:cs typeface="Arial"/>
              </a:defRPr>
            </a:lvl4pPr>
            <a:lvl5pPr algn="l">
              <a:defRPr sz="1425" b="0">
                <a:solidFill>
                  <a:srgbClr val="AAB9D0"/>
                </a:solidFill>
                <a:latin typeface="Arial"/>
                <a:ea typeface="Arial"/>
                <a:cs typeface="Arial"/>
              </a:defRPr>
            </a:lvl5pPr>
            <a:lvl6pPr algn="l">
              <a:defRPr sz="1425" b="0">
                <a:solidFill>
                  <a:srgbClr val="AAB9D0"/>
                </a:solidFill>
                <a:latin typeface="Arial"/>
                <a:ea typeface="Arial"/>
                <a:cs typeface="Arial"/>
              </a:defRPr>
            </a:lvl6pPr>
            <a:lvl7pPr algn="l">
              <a:defRPr sz="1425" b="0">
                <a:solidFill>
                  <a:srgbClr val="AAB9D0"/>
                </a:solidFill>
                <a:latin typeface="Arial"/>
                <a:ea typeface="Arial"/>
                <a:cs typeface="Arial"/>
              </a:defRPr>
            </a:lvl7pPr>
            <a:lvl8pPr algn="l">
              <a:defRPr sz="1425" b="0">
                <a:solidFill>
                  <a:srgbClr val="AAB9D0"/>
                </a:solidFill>
                <a:latin typeface="Arial"/>
                <a:ea typeface="Arial"/>
                <a:cs typeface="Arial"/>
              </a:defRPr>
            </a:lvl8pPr>
            <a:lvl9pPr algn="l">
              <a:defRPr sz="1425" b="0">
                <a:solidFill>
                  <a:srgbClr val="AAB9D0"/>
                </a:solidFill>
                <a:latin typeface="Arial"/>
                <a:ea typeface="Arial"/>
                <a:cs typeface="Arial"/>
              </a:defRPr>
            </a:lvl9pPr>
          </a:lstStyle>
          <a:p xmlns:a="http://schemas.openxmlformats.org/drawingml/2006/main">
            <a:pPr algn="l">
              <a:defRPr sz="1425" b="0">
                <a:solidFill>
                  <a:srgbClr val="AAB9D0"/>
                </a:solidFill>
                <a:latin typeface="Arial"/>
                <a:ea typeface="Arial"/>
                <a:cs typeface="Arial"/>
              </a:defRPr>
            </a:pPr>
            <a:r>
              <a:rPr sz="1425" b="0">
                <a:solidFill>
                  <a:srgbClr val="AAB9D0"/>
                </a:solidFill>
                <a:latin typeface="Arial"/>
                <a:ea typeface="Arial"/>
                <a:cs typeface="Arial"/>
              </a:rPr>
              <a:t>HW 13.0+ requires at least 9.3(1)SR3. The upgrade path depends on the current load.</a:t>
            </a:r>
          </a:p>
          <a:p xmlns:a="http://schemas.openxmlformats.org/drawingml/2006/main">
            <a:pPr algn="l">
              <a:defRPr sz="1425" b="0">
                <a:solidFill>
                  <a:srgbClr val="AAB9D0"/>
                </a:solidFill>
                <a:latin typeface="Arial"/>
                <a:ea typeface="Arial"/>
                <a:cs typeface="Arial"/>
              </a:defRPr>
            </a:pPr>
            <a:r>
              <a:rPr sz="1425" b="0">
                <a:solidFill>
                  <a:srgbClr val="AAB9D0"/>
                </a:solidFill>
                <a:latin typeface="Arial"/>
                <a:ea typeface="Arial"/>
                <a:cs typeface="Arial"/>
              </a:rPr>
              <a:t>Prepare TFTP and recovery before a reset. Keep power connected during flash writes.</a:t>
            </a:r>
          </a:p>
        </p:txBody>
      </p:sp>
    </p:spTree>
    <p:extLst>
      <p:ext uri="{BB962C8B-B14F-4D97-AF65-F5344CB8AC3E}">
        <p14:creationId xmlns:p14="http://schemas.microsoft.com/office/powerpoint/2010/main" val="796574827"/>
      </p:ext>
    </p:extLst>
  </p:cSld>
</p:sld>
</file>

<file path=ppt/slides/slide7.xml><?xml version="1.0" encoding="utf-8"?>
<p:sld xmlns:p="http://schemas.openxmlformats.org/presentationml/2006/main">
  <p:cSld>
    <p:bg>
      <p:bgPr>
        <a:solidFill xmlns:a="http://schemas.openxmlformats.org/drawingml/2006/main">
          <a:srgbClr val="101C34"/>
        </a:solidFill>
      </p:bgPr>
    </p:bg>
    <p:spTree>
      <p:nvGrpSpPr>
        <p:cNvPr id="1" name=""/>
        <p:cNvGrpSpPr/>
        <p:nvPr/>
      </p:nvGrpSpPr>
      <p:grpSpPr>
        <a:xfrm xmlns:a="http://schemas.openxmlformats.org/drawingml/2006/main"/>
      </p:grpSpPr>
      <p:sp>
        <p:nvSpPr>
          <p:cNvPr id="8" name="TFTP preparation before restart">
            <a:extLst xmlns:a="http://schemas.openxmlformats.org/drawingml/2006/main">
              <a:ext uri="{FF2B5EF4-FFF2-40B4-BE49-F238E27FC236}">
                <a16:creationId xmlns:a16="http://schemas.microsoft.com/office/drawing/2014/main" id="{75B19524-F55F-4D9C-BF10-092718321DCE}"/>
              </a:ext>
            </a:extLst>
          </p:cNvPr>
          <p:cNvSpPr>
            <a:spLocks xmlns:a="http://schemas.openxmlformats.org/drawingml/2006/main" noGrp="1"/>
          </p:cNvSpPr>
          <p:nvPr/>
        </p:nvSpPr>
        <p:spPr>
          <a:xfrm xmlns:a="http://schemas.openxmlformats.org/drawingml/2006/main">
            <a:off x="571500" y="41910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75" b="1">
                <a:solidFill>
                  <a:srgbClr val="F5F7FB"/>
                </a:solidFill>
                <a:latin typeface="Arial"/>
                <a:ea typeface="Arial"/>
                <a:cs typeface="Arial"/>
              </a:defRPr>
            </a:defPPr>
            <a:lvl1pPr algn="l">
              <a:defRPr sz="3375" b="1">
                <a:solidFill>
                  <a:srgbClr val="F5F7FB"/>
                </a:solidFill>
                <a:latin typeface="Arial"/>
                <a:ea typeface="Arial"/>
                <a:cs typeface="Arial"/>
              </a:defRPr>
            </a:lvl1pPr>
            <a:lvl2pPr algn="l">
              <a:defRPr sz="3375" b="1">
                <a:solidFill>
                  <a:srgbClr val="F5F7FB"/>
                </a:solidFill>
                <a:latin typeface="Arial"/>
                <a:ea typeface="Arial"/>
                <a:cs typeface="Arial"/>
              </a:defRPr>
            </a:lvl2pPr>
            <a:lvl3pPr algn="l">
              <a:defRPr sz="3375" b="1">
                <a:solidFill>
                  <a:srgbClr val="F5F7FB"/>
                </a:solidFill>
                <a:latin typeface="Arial"/>
                <a:ea typeface="Arial"/>
                <a:cs typeface="Arial"/>
              </a:defRPr>
            </a:lvl3pPr>
            <a:lvl4pPr algn="l">
              <a:defRPr sz="3375" b="1">
                <a:solidFill>
                  <a:srgbClr val="F5F7FB"/>
                </a:solidFill>
                <a:latin typeface="Arial"/>
                <a:ea typeface="Arial"/>
                <a:cs typeface="Arial"/>
              </a:defRPr>
            </a:lvl4pPr>
            <a:lvl5pPr algn="l">
              <a:defRPr sz="3375" b="1">
                <a:solidFill>
                  <a:srgbClr val="F5F7FB"/>
                </a:solidFill>
                <a:latin typeface="Arial"/>
                <a:ea typeface="Arial"/>
                <a:cs typeface="Arial"/>
              </a:defRPr>
            </a:lvl5pPr>
            <a:lvl6pPr algn="l">
              <a:defRPr sz="3375" b="1">
                <a:solidFill>
                  <a:srgbClr val="F5F7FB"/>
                </a:solidFill>
                <a:latin typeface="Arial"/>
                <a:ea typeface="Arial"/>
                <a:cs typeface="Arial"/>
              </a:defRPr>
            </a:lvl6pPr>
            <a:lvl7pPr algn="l">
              <a:defRPr sz="3375" b="1">
                <a:solidFill>
                  <a:srgbClr val="F5F7FB"/>
                </a:solidFill>
                <a:latin typeface="Arial"/>
                <a:ea typeface="Arial"/>
                <a:cs typeface="Arial"/>
              </a:defRPr>
            </a:lvl7pPr>
            <a:lvl8pPr algn="l">
              <a:defRPr sz="3375" b="1">
                <a:solidFill>
                  <a:srgbClr val="F5F7FB"/>
                </a:solidFill>
                <a:latin typeface="Arial"/>
                <a:ea typeface="Arial"/>
                <a:cs typeface="Arial"/>
              </a:defRPr>
            </a:lvl8pPr>
            <a:lvl9pPr algn="l">
              <a:defRPr sz="3375" b="1">
                <a:solidFill>
                  <a:srgbClr val="F5F7FB"/>
                </a:solidFill>
                <a:latin typeface="Arial"/>
                <a:ea typeface="Arial"/>
                <a:cs typeface="Arial"/>
              </a:defRPr>
            </a:lvl9pPr>
          </a:lstStyle>
          <a:p xmlns:a="http://schemas.openxmlformats.org/drawingml/2006/main">
            <a:pPr algn="l">
              <a:defRPr sz="3375" b="1">
                <a:solidFill>
                  <a:srgbClr val="F5F7FB"/>
                </a:solidFill>
                <a:latin typeface="Arial"/>
                <a:ea typeface="Arial"/>
                <a:cs typeface="Arial"/>
              </a:defRPr>
            </a:pPr>
            <a:r>
              <a:rPr sz="3375" b="1">
                <a:solidFill>
                  <a:srgbClr val="F5F7FB"/>
                </a:solidFill>
                <a:latin typeface="Arial"/>
                <a:ea typeface="Arial"/>
                <a:cs typeface="Arial"/>
              </a:rPr>
              <a:t>TFTP preparation before restart</a:t>
            </a:r>
          </a:p>
        </p:txBody>
      </p:sp>
      <p:sp>
        <p:nvSpPr>
          <p:cNvPr id="2" name="07">
            <a:extLst xmlns:a="http://schemas.openxmlformats.org/drawingml/2006/main">
              <a:ext uri="{FF2B5EF4-FFF2-40B4-BE49-F238E27FC236}">
                <a16:creationId xmlns:a16="http://schemas.microsoft.com/office/drawing/2014/main" id="{9CA38C12-0CAC-48B8-9F21-AB09E052873F}"/>
              </a:ext>
            </a:extLst>
          </p:cNvPr>
          <p:cNvSpPr>
            <a:spLocks xmlns:a="http://schemas.openxmlformats.org/drawingml/2006/main" noGrp="1"/>
          </p:cNvSpPr>
          <p:nvPr/>
        </p:nvSpPr>
        <p:spPr>
          <a:xfrm xmlns:a="http://schemas.openxmlformats.org/drawingml/2006/main">
            <a:off x="11049000" y="63627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AAB9D0"/>
                </a:solidFill>
                <a:latin typeface="Arial"/>
                <a:ea typeface="Arial"/>
                <a:cs typeface="Arial"/>
              </a:defRPr>
            </a:defPPr>
            <a:lvl1pPr algn="r">
              <a:defRPr sz="1275" b="0">
                <a:solidFill>
                  <a:srgbClr val="AAB9D0"/>
                </a:solidFill>
                <a:latin typeface="Arial"/>
                <a:ea typeface="Arial"/>
                <a:cs typeface="Arial"/>
              </a:defRPr>
            </a:lvl1pPr>
            <a:lvl2pPr algn="r">
              <a:defRPr sz="1275" b="0">
                <a:solidFill>
                  <a:srgbClr val="AAB9D0"/>
                </a:solidFill>
                <a:latin typeface="Arial"/>
                <a:ea typeface="Arial"/>
                <a:cs typeface="Arial"/>
              </a:defRPr>
            </a:lvl2pPr>
            <a:lvl3pPr algn="r">
              <a:defRPr sz="1275" b="0">
                <a:solidFill>
                  <a:srgbClr val="AAB9D0"/>
                </a:solidFill>
                <a:latin typeface="Arial"/>
                <a:ea typeface="Arial"/>
                <a:cs typeface="Arial"/>
              </a:defRPr>
            </a:lvl3pPr>
            <a:lvl4pPr algn="r">
              <a:defRPr sz="1275" b="0">
                <a:solidFill>
                  <a:srgbClr val="AAB9D0"/>
                </a:solidFill>
                <a:latin typeface="Arial"/>
                <a:ea typeface="Arial"/>
                <a:cs typeface="Arial"/>
              </a:defRPr>
            </a:lvl4pPr>
            <a:lvl5pPr algn="r">
              <a:defRPr sz="1275" b="0">
                <a:solidFill>
                  <a:srgbClr val="AAB9D0"/>
                </a:solidFill>
                <a:latin typeface="Arial"/>
                <a:ea typeface="Arial"/>
                <a:cs typeface="Arial"/>
              </a:defRPr>
            </a:lvl5pPr>
            <a:lvl6pPr algn="r">
              <a:defRPr sz="1275" b="0">
                <a:solidFill>
                  <a:srgbClr val="AAB9D0"/>
                </a:solidFill>
                <a:latin typeface="Arial"/>
                <a:ea typeface="Arial"/>
                <a:cs typeface="Arial"/>
              </a:defRPr>
            </a:lvl6pPr>
            <a:lvl7pPr algn="r">
              <a:defRPr sz="1275" b="0">
                <a:solidFill>
                  <a:srgbClr val="AAB9D0"/>
                </a:solidFill>
                <a:latin typeface="Arial"/>
                <a:ea typeface="Arial"/>
                <a:cs typeface="Arial"/>
              </a:defRPr>
            </a:lvl7pPr>
            <a:lvl8pPr algn="r">
              <a:defRPr sz="1275" b="0">
                <a:solidFill>
                  <a:srgbClr val="AAB9D0"/>
                </a:solidFill>
                <a:latin typeface="Arial"/>
                <a:ea typeface="Arial"/>
                <a:cs typeface="Arial"/>
              </a:defRPr>
            </a:lvl8pPr>
            <a:lvl9pPr algn="r">
              <a:defRPr sz="1275" b="0">
                <a:solidFill>
                  <a:srgbClr val="AAB9D0"/>
                </a:solidFill>
                <a:latin typeface="Arial"/>
                <a:ea typeface="Arial"/>
                <a:cs typeface="Arial"/>
              </a:defRPr>
            </a:lvl9pPr>
          </a:lstStyle>
          <a:p xmlns:a="http://schemas.openxmlformats.org/drawingml/2006/main">
            <a:pPr algn="r">
              <a:defRPr sz="1275" b="0">
                <a:solidFill>
                  <a:srgbClr val="AAB9D0"/>
                </a:solidFill>
                <a:latin typeface="Arial"/>
                <a:ea typeface="Arial"/>
                <a:cs typeface="Arial"/>
              </a:defRPr>
            </a:pPr>
            <a:r>
              <a:rPr sz="1275" b="0">
                <a:solidFill>
                  <a:srgbClr val="AAB9D0"/>
                </a:solidFill>
                <a:latin typeface="Arial"/>
                <a:ea typeface="Arial"/>
                <a:cs typeface="Arial"/>
              </a:rPr>
              <a:t>07</a:t>
            </a:r>
          </a:p>
        </p:txBody>
      </p:sp>
      <p:sp>
        <p:nvSpPr>
          <p:cNvPr id="3" name="Complete official firmware bundle">
            <a:extLst xmlns:a="http://schemas.openxmlformats.org/drawingml/2006/main">
              <a:ext uri="{FF2B5EF4-FFF2-40B4-BE49-F238E27FC236}">
                <a16:creationId xmlns:a16="http://schemas.microsoft.com/office/drawing/2014/main" id="{B63B0EE2-8F6B-4CE8-A63E-448376D4017B}"/>
              </a:ext>
            </a:extLst>
          </p:cNvPr>
          <p:cNvSpPr>
            <a:spLocks xmlns:a="http://schemas.openxmlformats.org/drawingml/2006/main" noGrp="1"/>
          </p:cNvSpPr>
          <p:nvPr/>
        </p:nvSpPr>
        <p:spPr>
          <a:xfrm xmlns:a="http://schemas.openxmlformats.org/drawingml/2006/main">
            <a:off x="571500" y="1714500"/>
            <a:ext cx="1047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48DDCC"/>
                </a:solidFill>
                <a:latin typeface="Arial"/>
                <a:ea typeface="Arial"/>
                <a:cs typeface="Arial"/>
              </a:defRPr>
            </a:defPPr>
            <a:lvl1pPr algn="l">
              <a:defRPr sz="2550" b="1">
                <a:solidFill>
                  <a:srgbClr val="48DDCC"/>
                </a:solidFill>
                <a:latin typeface="Arial"/>
                <a:ea typeface="Arial"/>
                <a:cs typeface="Arial"/>
              </a:defRPr>
            </a:lvl1pPr>
            <a:lvl2pPr algn="l">
              <a:defRPr sz="2550" b="1">
                <a:solidFill>
                  <a:srgbClr val="48DDCC"/>
                </a:solidFill>
                <a:latin typeface="Arial"/>
                <a:ea typeface="Arial"/>
                <a:cs typeface="Arial"/>
              </a:defRPr>
            </a:lvl2pPr>
            <a:lvl3pPr algn="l">
              <a:defRPr sz="2550" b="1">
                <a:solidFill>
                  <a:srgbClr val="48DDCC"/>
                </a:solidFill>
                <a:latin typeface="Arial"/>
                <a:ea typeface="Arial"/>
                <a:cs typeface="Arial"/>
              </a:defRPr>
            </a:lvl3pPr>
            <a:lvl4pPr algn="l">
              <a:defRPr sz="2550" b="1">
                <a:solidFill>
                  <a:srgbClr val="48DDCC"/>
                </a:solidFill>
                <a:latin typeface="Arial"/>
                <a:ea typeface="Arial"/>
                <a:cs typeface="Arial"/>
              </a:defRPr>
            </a:lvl4pPr>
            <a:lvl5pPr algn="l">
              <a:defRPr sz="2550" b="1">
                <a:solidFill>
                  <a:srgbClr val="48DDCC"/>
                </a:solidFill>
                <a:latin typeface="Arial"/>
                <a:ea typeface="Arial"/>
                <a:cs typeface="Arial"/>
              </a:defRPr>
            </a:lvl5pPr>
            <a:lvl6pPr algn="l">
              <a:defRPr sz="2550" b="1">
                <a:solidFill>
                  <a:srgbClr val="48DDCC"/>
                </a:solidFill>
                <a:latin typeface="Arial"/>
                <a:ea typeface="Arial"/>
                <a:cs typeface="Arial"/>
              </a:defRPr>
            </a:lvl6pPr>
            <a:lvl7pPr algn="l">
              <a:defRPr sz="2550" b="1">
                <a:solidFill>
                  <a:srgbClr val="48DDCC"/>
                </a:solidFill>
                <a:latin typeface="Arial"/>
                <a:ea typeface="Arial"/>
                <a:cs typeface="Arial"/>
              </a:defRPr>
            </a:lvl7pPr>
            <a:lvl8pPr algn="l">
              <a:defRPr sz="2550" b="1">
                <a:solidFill>
                  <a:srgbClr val="48DDCC"/>
                </a:solidFill>
                <a:latin typeface="Arial"/>
                <a:ea typeface="Arial"/>
                <a:cs typeface="Arial"/>
              </a:defRPr>
            </a:lvl8pPr>
            <a:lvl9pPr algn="l">
              <a:defRPr sz="2550" b="1">
                <a:solidFill>
                  <a:srgbClr val="48DDCC"/>
                </a:solidFill>
                <a:latin typeface="Arial"/>
                <a:ea typeface="Arial"/>
                <a:cs typeface="Arial"/>
              </a:defRPr>
            </a:lvl9pPr>
          </a:lstStyle>
          <a:p xmlns:a="http://schemas.openxmlformats.org/drawingml/2006/main">
            <a:pPr algn="l">
              <a:defRPr sz="2550" b="1">
                <a:solidFill>
                  <a:srgbClr val="48DDCC"/>
                </a:solidFill>
                <a:latin typeface="Arial"/>
                <a:ea typeface="Arial"/>
                <a:cs typeface="Arial"/>
              </a:defRPr>
            </a:pPr>
            <a:r>
              <a:rPr sz="2550" b="1">
                <a:solidFill>
                  <a:srgbClr val="48DDCC"/>
                </a:solidFill>
                <a:latin typeface="Arial"/>
                <a:ea typeface="Arial"/>
                <a:cs typeface="Arial"/>
              </a:rPr>
              <a:t>Complete official firmware bundle</a:t>
            </a:r>
          </a:p>
        </p:txBody>
      </p:sp>
      <p:sp>
        <p:nvSpPr>
          <p:cNvPr id="4" name=".loads and every referenced binary file&#10;with the original filenam">
            <a:extLst xmlns:a="http://schemas.openxmlformats.org/drawingml/2006/main">
              <a:ext uri="{FF2B5EF4-FFF2-40B4-BE49-F238E27FC236}">
                <a16:creationId xmlns:a16="http://schemas.microsoft.com/office/drawing/2014/main" id="{5763B81D-8E94-4EAE-80E9-3E0B22406DB3}"/>
              </a:ext>
            </a:extLst>
          </p:cNvPr>
          <p:cNvSpPr>
            <a:spLocks xmlns:a="http://schemas.openxmlformats.org/drawingml/2006/main" noGrp="1"/>
          </p:cNvSpPr>
          <p:nvPr/>
        </p:nvSpPr>
        <p:spPr>
          <a:xfrm xmlns:a="http://schemas.openxmlformats.org/drawingml/2006/main">
            <a:off x="571500" y="2333625"/>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F5F7FB"/>
                </a:solidFill>
                <a:latin typeface="Arial"/>
                <a:ea typeface="Arial"/>
                <a:cs typeface="Arial"/>
              </a:defRPr>
            </a:defPPr>
            <a:lvl1pPr algn="l">
              <a:defRPr sz="2250" b="0">
                <a:solidFill>
                  <a:srgbClr val="F5F7FB"/>
                </a:solidFill>
                <a:latin typeface="Arial"/>
                <a:ea typeface="Arial"/>
                <a:cs typeface="Arial"/>
              </a:defRPr>
            </a:lvl1pPr>
            <a:lvl2pPr algn="l">
              <a:defRPr sz="2250" b="0">
                <a:solidFill>
                  <a:srgbClr val="F5F7FB"/>
                </a:solidFill>
                <a:latin typeface="Arial"/>
                <a:ea typeface="Arial"/>
                <a:cs typeface="Arial"/>
              </a:defRPr>
            </a:lvl2pPr>
            <a:lvl3pPr algn="l">
              <a:defRPr sz="2250" b="0">
                <a:solidFill>
                  <a:srgbClr val="F5F7FB"/>
                </a:solidFill>
                <a:latin typeface="Arial"/>
                <a:ea typeface="Arial"/>
                <a:cs typeface="Arial"/>
              </a:defRPr>
            </a:lvl3pPr>
            <a:lvl4pPr algn="l">
              <a:defRPr sz="2250" b="0">
                <a:solidFill>
                  <a:srgbClr val="F5F7FB"/>
                </a:solidFill>
                <a:latin typeface="Arial"/>
                <a:ea typeface="Arial"/>
                <a:cs typeface="Arial"/>
              </a:defRPr>
            </a:lvl4pPr>
            <a:lvl5pPr algn="l">
              <a:defRPr sz="2250" b="0">
                <a:solidFill>
                  <a:srgbClr val="F5F7FB"/>
                </a:solidFill>
                <a:latin typeface="Arial"/>
                <a:ea typeface="Arial"/>
                <a:cs typeface="Arial"/>
              </a:defRPr>
            </a:lvl5pPr>
            <a:lvl6pPr algn="l">
              <a:defRPr sz="2250" b="0">
                <a:solidFill>
                  <a:srgbClr val="F5F7FB"/>
                </a:solidFill>
                <a:latin typeface="Arial"/>
                <a:ea typeface="Arial"/>
                <a:cs typeface="Arial"/>
              </a:defRPr>
            </a:lvl6pPr>
            <a:lvl7pPr algn="l">
              <a:defRPr sz="2250" b="0">
                <a:solidFill>
                  <a:srgbClr val="F5F7FB"/>
                </a:solidFill>
                <a:latin typeface="Arial"/>
                <a:ea typeface="Arial"/>
                <a:cs typeface="Arial"/>
              </a:defRPr>
            </a:lvl7pPr>
            <a:lvl8pPr algn="l">
              <a:defRPr sz="2250" b="0">
                <a:solidFill>
                  <a:srgbClr val="F5F7FB"/>
                </a:solidFill>
                <a:latin typeface="Arial"/>
                <a:ea typeface="Arial"/>
                <a:cs typeface="Arial"/>
              </a:defRPr>
            </a:lvl8pPr>
            <a:lvl9pPr algn="l">
              <a:defRPr sz="2250" b="0">
                <a:solidFill>
                  <a:srgbClr val="F5F7FB"/>
                </a:solidFill>
                <a:latin typeface="Arial"/>
                <a:ea typeface="Arial"/>
                <a:cs typeface="Arial"/>
              </a:defRPr>
            </a:lvl9pPr>
          </a:lstStyle>
          <a:p xmlns:a="http://schemas.openxmlformats.org/drawingml/2006/main">
            <a:pPr algn="l">
              <a:defRPr sz="2250" b="0">
                <a:solidFill>
                  <a:srgbClr val="F5F7FB"/>
                </a:solidFill>
                <a:latin typeface="Arial"/>
                <a:ea typeface="Arial"/>
                <a:cs typeface="Arial"/>
              </a:defRPr>
            </a:pPr>
            <a:r>
              <a:rPr sz="2250" b="0">
                <a:solidFill>
                  <a:srgbClr val="F5F7FB"/>
                </a:solidFill>
                <a:latin typeface="Arial"/>
                <a:ea typeface="Arial"/>
                <a:cs typeface="Arial"/>
              </a:rPr>
              <a:t>.loads and every referenced binary file</a:t>
            </a:r>
          </a:p>
          <a:p xmlns:a="http://schemas.openxmlformats.org/drawingml/2006/main">
            <a:pPr algn="l">
              <a:defRPr sz="2250" b="0">
                <a:solidFill>
                  <a:srgbClr val="F5F7FB"/>
                </a:solidFill>
                <a:latin typeface="Arial"/>
                <a:ea typeface="Arial"/>
                <a:cs typeface="Arial"/>
              </a:defRPr>
            </a:pPr>
            <a:r>
              <a:rPr sz="2250" b="0">
                <a:solidFill>
                  <a:srgbClr val="F5F7FB"/>
                </a:solidFill>
                <a:latin typeface="Arial"/>
                <a:ea typeface="Arial"/>
                <a:cs typeface="Arial"/>
              </a:rPr>
              <a:t>with the original filenames and letter case</a:t>
            </a:r>
          </a:p>
        </p:txBody>
      </p:sp>
      <p:sp>
        <p:nvSpPr>
          <p:cNvPr id="5" name="SEP&lt;MAC&gt;.cnf.xml">
            <a:extLst xmlns:a="http://schemas.openxmlformats.org/drawingml/2006/main">
              <a:ext uri="{FF2B5EF4-FFF2-40B4-BE49-F238E27FC236}">
                <a16:creationId xmlns:a16="http://schemas.microsoft.com/office/drawing/2014/main" id="{D26FF5F0-877F-4206-A42A-72B1C90B9697}"/>
              </a:ext>
            </a:extLst>
          </p:cNvPr>
          <p:cNvSpPr>
            <a:spLocks xmlns:a="http://schemas.openxmlformats.org/drawingml/2006/main" noGrp="1"/>
          </p:cNvSpPr>
          <p:nvPr/>
        </p:nvSpPr>
        <p:spPr>
          <a:xfrm xmlns:a="http://schemas.openxmlformats.org/drawingml/2006/main">
            <a:off x="571500" y="3714750"/>
            <a:ext cx="1047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FF836D"/>
                </a:solidFill>
                <a:latin typeface="Arial"/>
                <a:ea typeface="Arial"/>
                <a:cs typeface="Arial"/>
              </a:defRPr>
            </a:defPPr>
            <a:lvl1pPr algn="l">
              <a:defRPr sz="2550" b="1">
                <a:solidFill>
                  <a:srgbClr val="FF836D"/>
                </a:solidFill>
                <a:latin typeface="Arial"/>
                <a:ea typeface="Arial"/>
                <a:cs typeface="Arial"/>
              </a:defRPr>
            </a:lvl1pPr>
            <a:lvl2pPr algn="l">
              <a:defRPr sz="2550" b="1">
                <a:solidFill>
                  <a:srgbClr val="FF836D"/>
                </a:solidFill>
                <a:latin typeface="Arial"/>
                <a:ea typeface="Arial"/>
                <a:cs typeface="Arial"/>
              </a:defRPr>
            </a:lvl2pPr>
            <a:lvl3pPr algn="l">
              <a:defRPr sz="2550" b="1">
                <a:solidFill>
                  <a:srgbClr val="FF836D"/>
                </a:solidFill>
                <a:latin typeface="Arial"/>
                <a:ea typeface="Arial"/>
                <a:cs typeface="Arial"/>
              </a:defRPr>
            </a:lvl3pPr>
            <a:lvl4pPr algn="l">
              <a:defRPr sz="2550" b="1">
                <a:solidFill>
                  <a:srgbClr val="FF836D"/>
                </a:solidFill>
                <a:latin typeface="Arial"/>
                <a:ea typeface="Arial"/>
                <a:cs typeface="Arial"/>
              </a:defRPr>
            </a:lvl4pPr>
            <a:lvl5pPr algn="l">
              <a:defRPr sz="2550" b="1">
                <a:solidFill>
                  <a:srgbClr val="FF836D"/>
                </a:solidFill>
                <a:latin typeface="Arial"/>
                <a:ea typeface="Arial"/>
                <a:cs typeface="Arial"/>
              </a:defRPr>
            </a:lvl5pPr>
            <a:lvl6pPr algn="l">
              <a:defRPr sz="2550" b="1">
                <a:solidFill>
                  <a:srgbClr val="FF836D"/>
                </a:solidFill>
                <a:latin typeface="Arial"/>
                <a:ea typeface="Arial"/>
                <a:cs typeface="Arial"/>
              </a:defRPr>
            </a:lvl6pPr>
            <a:lvl7pPr algn="l">
              <a:defRPr sz="2550" b="1">
                <a:solidFill>
                  <a:srgbClr val="FF836D"/>
                </a:solidFill>
                <a:latin typeface="Arial"/>
                <a:ea typeface="Arial"/>
                <a:cs typeface="Arial"/>
              </a:defRPr>
            </a:lvl7pPr>
            <a:lvl8pPr algn="l">
              <a:defRPr sz="2550" b="1">
                <a:solidFill>
                  <a:srgbClr val="FF836D"/>
                </a:solidFill>
                <a:latin typeface="Arial"/>
                <a:ea typeface="Arial"/>
                <a:cs typeface="Arial"/>
              </a:defRPr>
            </a:lvl8pPr>
            <a:lvl9pPr algn="l">
              <a:defRPr sz="2550" b="1">
                <a:solidFill>
                  <a:srgbClr val="FF836D"/>
                </a:solidFill>
                <a:latin typeface="Arial"/>
                <a:ea typeface="Arial"/>
                <a:cs typeface="Arial"/>
              </a:defRPr>
            </a:lvl9pPr>
          </a:lstStyle>
          <a:p xmlns:a="http://schemas.openxmlformats.org/drawingml/2006/main">
            <a:pPr algn="l">
              <a:defRPr sz="2550" b="1">
                <a:solidFill>
                  <a:srgbClr val="FF836D"/>
                </a:solidFill>
                <a:latin typeface="Arial"/>
                <a:ea typeface="Arial"/>
                <a:cs typeface="Arial"/>
              </a:defRPr>
            </a:pPr>
            <a:r>
              <a:rPr sz="2550" b="1">
                <a:solidFill>
                  <a:srgbClr val="FF836D"/>
                </a:solidFill>
                <a:latin typeface="Arial"/>
                <a:ea typeface="Arial"/>
                <a:cs typeface="Arial"/>
              </a:rPr>
              <a:t>SEP&lt;MAC&gt;.cnf.xml</a:t>
            </a:r>
          </a:p>
        </p:txBody>
      </p:sp>
      <p:sp>
        <p:nvSpPr>
          <p:cNvPr id="6" name="SIP server, extension and a unique password&#10;Load ID from the sele">
            <a:extLst xmlns:a="http://schemas.openxmlformats.org/drawingml/2006/main">
              <a:ext uri="{FF2B5EF4-FFF2-40B4-BE49-F238E27FC236}">
                <a16:creationId xmlns:a16="http://schemas.microsoft.com/office/drawing/2014/main" id="{1B53A498-F205-47C4-8D2D-3B26775AF11D}"/>
              </a:ext>
            </a:extLst>
          </p:cNvPr>
          <p:cNvSpPr>
            <a:spLocks xmlns:a="http://schemas.openxmlformats.org/drawingml/2006/main" noGrp="1"/>
          </p:cNvSpPr>
          <p:nvPr/>
        </p:nvSpPr>
        <p:spPr>
          <a:xfrm xmlns:a="http://schemas.openxmlformats.org/drawingml/2006/main">
            <a:off x="571500" y="4324350"/>
            <a:ext cx="10477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F5F7FB"/>
                </a:solidFill>
                <a:latin typeface="Arial"/>
                <a:ea typeface="Arial"/>
                <a:cs typeface="Arial"/>
              </a:defRPr>
            </a:defPPr>
            <a:lvl1pPr algn="l">
              <a:defRPr sz="2175" b="0">
                <a:solidFill>
                  <a:srgbClr val="F5F7FB"/>
                </a:solidFill>
                <a:latin typeface="Arial"/>
                <a:ea typeface="Arial"/>
                <a:cs typeface="Arial"/>
              </a:defRPr>
            </a:lvl1pPr>
            <a:lvl2pPr algn="l">
              <a:defRPr sz="2175" b="0">
                <a:solidFill>
                  <a:srgbClr val="F5F7FB"/>
                </a:solidFill>
                <a:latin typeface="Arial"/>
                <a:ea typeface="Arial"/>
                <a:cs typeface="Arial"/>
              </a:defRPr>
            </a:lvl2pPr>
            <a:lvl3pPr algn="l">
              <a:defRPr sz="2175" b="0">
                <a:solidFill>
                  <a:srgbClr val="F5F7FB"/>
                </a:solidFill>
                <a:latin typeface="Arial"/>
                <a:ea typeface="Arial"/>
                <a:cs typeface="Arial"/>
              </a:defRPr>
            </a:lvl3pPr>
            <a:lvl4pPr algn="l">
              <a:defRPr sz="2175" b="0">
                <a:solidFill>
                  <a:srgbClr val="F5F7FB"/>
                </a:solidFill>
                <a:latin typeface="Arial"/>
                <a:ea typeface="Arial"/>
                <a:cs typeface="Arial"/>
              </a:defRPr>
            </a:lvl4pPr>
            <a:lvl5pPr algn="l">
              <a:defRPr sz="2175" b="0">
                <a:solidFill>
                  <a:srgbClr val="F5F7FB"/>
                </a:solidFill>
                <a:latin typeface="Arial"/>
                <a:ea typeface="Arial"/>
                <a:cs typeface="Arial"/>
              </a:defRPr>
            </a:lvl5pPr>
            <a:lvl6pPr algn="l">
              <a:defRPr sz="2175" b="0">
                <a:solidFill>
                  <a:srgbClr val="F5F7FB"/>
                </a:solidFill>
                <a:latin typeface="Arial"/>
                <a:ea typeface="Arial"/>
                <a:cs typeface="Arial"/>
              </a:defRPr>
            </a:lvl6pPr>
            <a:lvl7pPr algn="l">
              <a:defRPr sz="2175" b="0">
                <a:solidFill>
                  <a:srgbClr val="F5F7FB"/>
                </a:solidFill>
                <a:latin typeface="Arial"/>
                <a:ea typeface="Arial"/>
                <a:cs typeface="Arial"/>
              </a:defRPr>
            </a:lvl7pPr>
            <a:lvl8pPr algn="l">
              <a:defRPr sz="2175" b="0">
                <a:solidFill>
                  <a:srgbClr val="F5F7FB"/>
                </a:solidFill>
                <a:latin typeface="Arial"/>
                <a:ea typeface="Arial"/>
                <a:cs typeface="Arial"/>
              </a:defRPr>
            </a:lvl8pPr>
            <a:lvl9pPr algn="l">
              <a:defRPr sz="2175" b="0">
                <a:solidFill>
                  <a:srgbClr val="F5F7FB"/>
                </a:solidFill>
                <a:latin typeface="Arial"/>
                <a:ea typeface="Arial"/>
                <a:cs typeface="Arial"/>
              </a:defRPr>
            </a:lvl9pPr>
          </a:lstStyle>
          <a:p xmlns:a="http://schemas.openxmlformats.org/drawingml/2006/main">
            <a:pPr algn="l">
              <a:defRPr sz="2175" b="0">
                <a:solidFill>
                  <a:srgbClr val="F5F7FB"/>
                </a:solidFill>
                <a:latin typeface="Arial"/>
                <a:ea typeface="Arial"/>
                <a:cs typeface="Arial"/>
              </a:defRPr>
            </a:pPr>
            <a:r>
              <a:rPr sz="2175" b="0">
                <a:solidFill>
                  <a:srgbClr val="F5F7FB"/>
                </a:solidFill>
                <a:latin typeface="Arial"/>
                <a:ea typeface="Arial"/>
                <a:cs typeface="Arial"/>
              </a:rPr>
              <a:t>SIP server, extension and a unique password</a:t>
            </a:r>
          </a:p>
          <a:p xmlns:a="http://schemas.openxmlformats.org/drawingml/2006/main">
            <a:pPr algn="l">
              <a:defRPr sz="2175" b="0">
                <a:solidFill>
                  <a:srgbClr val="F5F7FB"/>
                </a:solidFill>
                <a:latin typeface="Arial"/>
                <a:ea typeface="Arial"/>
                <a:cs typeface="Arial"/>
              </a:defRPr>
            </a:pPr>
            <a:r>
              <a:rPr sz="2175" b="0">
                <a:solidFill>
                  <a:srgbClr val="F5F7FB"/>
                </a:solidFill>
                <a:latin typeface="Arial"/>
                <a:ea typeface="Arial"/>
                <a:cs typeface="Arial"/>
              </a:rPr>
              <a:t>Load ID from the selected 7945_7965 firmware branch</a:t>
            </a:r>
          </a:p>
        </p:txBody>
      </p:sp>
      <p:sp>
        <p:nvSpPr>
          <p:cNvPr id="7" name="Use DHCP option 150 on the home router or Alternate TFTP on the p">
            <a:extLst xmlns:a="http://schemas.openxmlformats.org/drawingml/2006/main">
              <a:ext uri="{FF2B5EF4-FFF2-40B4-BE49-F238E27FC236}">
                <a16:creationId xmlns:a16="http://schemas.microsoft.com/office/drawing/2014/main" id="{2344C19B-32AD-4EE4-B08A-069A5CBA11A0}"/>
              </a:ext>
            </a:extLst>
          </p:cNvPr>
          <p:cNvSpPr>
            <a:spLocks xmlns:a="http://schemas.openxmlformats.org/drawingml/2006/main" noGrp="1"/>
          </p:cNvSpPr>
          <p:nvPr/>
        </p:nvSpPr>
        <p:spPr>
          <a:xfrm xmlns:a="http://schemas.openxmlformats.org/drawingml/2006/main">
            <a:off x="571500" y="5953125"/>
            <a:ext cx="10191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AAB9D0"/>
                </a:solidFill>
                <a:latin typeface="Arial"/>
                <a:ea typeface="Arial"/>
                <a:cs typeface="Arial"/>
              </a:defRPr>
            </a:defPPr>
            <a:lvl1pPr algn="l">
              <a:defRPr sz="1425" b="0">
                <a:solidFill>
                  <a:srgbClr val="AAB9D0"/>
                </a:solidFill>
                <a:latin typeface="Arial"/>
                <a:ea typeface="Arial"/>
                <a:cs typeface="Arial"/>
              </a:defRPr>
            </a:lvl1pPr>
            <a:lvl2pPr algn="l">
              <a:defRPr sz="1425" b="0">
                <a:solidFill>
                  <a:srgbClr val="AAB9D0"/>
                </a:solidFill>
                <a:latin typeface="Arial"/>
                <a:ea typeface="Arial"/>
                <a:cs typeface="Arial"/>
              </a:defRPr>
            </a:lvl2pPr>
            <a:lvl3pPr algn="l">
              <a:defRPr sz="1425" b="0">
                <a:solidFill>
                  <a:srgbClr val="AAB9D0"/>
                </a:solidFill>
                <a:latin typeface="Arial"/>
                <a:ea typeface="Arial"/>
                <a:cs typeface="Arial"/>
              </a:defRPr>
            </a:lvl3pPr>
            <a:lvl4pPr algn="l">
              <a:defRPr sz="1425" b="0">
                <a:solidFill>
                  <a:srgbClr val="AAB9D0"/>
                </a:solidFill>
                <a:latin typeface="Arial"/>
                <a:ea typeface="Arial"/>
                <a:cs typeface="Arial"/>
              </a:defRPr>
            </a:lvl4pPr>
            <a:lvl5pPr algn="l">
              <a:defRPr sz="1425" b="0">
                <a:solidFill>
                  <a:srgbClr val="AAB9D0"/>
                </a:solidFill>
                <a:latin typeface="Arial"/>
                <a:ea typeface="Arial"/>
                <a:cs typeface="Arial"/>
              </a:defRPr>
            </a:lvl5pPr>
            <a:lvl6pPr algn="l">
              <a:defRPr sz="1425" b="0">
                <a:solidFill>
                  <a:srgbClr val="AAB9D0"/>
                </a:solidFill>
                <a:latin typeface="Arial"/>
                <a:ea typeface="Arial"/>
                <a:cs typeface="Arial"/>
              </a:defRPr>
            </a:lvl6pPr>
            <a:lvl7pPr algn="l">
              <a:defRPr sz="1425" b="0">
                <a:solidFill>
                  <a:srgbClr val="AAB9D0"/>
                </a:solidFill>
                <a:latin typeface="Arial"/>
                <a:ea typeface="Arial"/>
                <a:cs typeface="Arial"/>
              </a:defRPr>
            </a:lvl7pPr>
            <a:lvl8pPr algn="l">
              <a:defRPr sz="1425" b="0">
                <a:solidFill>
                  <a:srgbClr val="AAB9D0"/>
                </a:solidFill>
                <a:latin typeface="Arial"/>
                <a:ea typeface="Arial"/>
                <a:cs typeface="Arial"/>
              </a:defRPr>
            </a:lvl8pPr>
            <a:lvl9pPr algn="l">
              <a:defRPr sz="1425" b="0">
                <a:solidFill>
                  <a:srgbClr val="AAB9D0"/>
                </a:solidFill>
                <a:latin typeface="Arial"/>
                <a:ea typeface="Arial"/>
                <a:cs typeface="Arial"/>
              </a:defRPr>
            </a:lvl9pPr>
          </a:lstStyle>
          <a:p xmlns:a="http://schemas.openxmlformats.org/drawingml/2006/main">
            <a:pPr algn="l">
              <a:defRPr sz="1425" b="0">
                <a:solidFill>
                  <a:srgbClr val="AAB9D0"/>
                </a:solidFill>
                <a:latin typeface="Arial"/>
                <a:ea typeface="Arial"/>
                <a:cs typeface="Arial"/>
              </a:defRPr>
            </a:pPr>
            <a:r>
              <a:rPr sz="1425" b="0">
                <a:solidFill>
                  <a:srgbClr val="AAB9D0"/>
                </a:solidFill>
                <a:latin typeface="Arial"/>
                <a:ea typeface="Arial"/>
                <a:cs typeface="Arial"/>
              </a:rPr>
              <a:t>Use DHCP option 150 on the home router or Alternate TFTP on the phone.</a:t>
            </a:r>
          </a:p>
        </p:txBody>
      </p:sp>
    </p:spTree>
    <p:extLst>
      <p:ext uri="{BB962C8B-B14F-4D97-AF65-F5344CB8AC3E}">
        <p14:creationId xmlns:p14="http://schemas.microsoft.com/office/powerpoint/2010/main" val="340411403"/>
      </p:ext>
    </p:extLst>
  </p:cSld>
</p:sld>
</file>

<file path=ppt/slides/slide8.xml><?xml version="1.0" encoding="utf-8"?>
<p:sld xmlns:p="http://schemas.openxmlformats.org/presentationml/2006/main">
  <p:cSld>
    <p:bg>
      <p:bgPr>
        <a:solidFill xmlns:a="http://schemas.openxmlformats.org/drawingml/2006/main">
          <a:srgbClr val="101C34"/>
        </a:solidFill>
      </p:bgPr>
    </p:bg>
    <p:spTree>
      <p:nvGrpSpPr>
        <p:cNvPr id="1" name=""/>
        <p:cNvGrpSpPr/>
        <p:nvPr/>
      </p:nvGrpSpPr>
      <p:grpSpPr>
        <a:xfrm xmlns:a="http://schemas.openxmlformats.org/drawingml/2006/main"/>
      </p:grpSpPr>
      <p:sp>
        <p:nvSpPr>
          <p:cNvPr id="9" name="Asterisk: one extension per phone">
            <a:extLst xmlns:a="http://schemas.openxmlformats.org/drawingml/2006/main">
              <a:ext uri="{FF2B5EF4-FFF2-40B4-BE49-F238E27FC236}">
                <a16:creationId xmlns:a16="http://schemas.microsoft.com/office/drawing/2014/main" id="{A68BBA74-F327-4D2A-92B8-EFAB01CD5B10}"/>
              </a:ext>
            </a:extLst>
          </p:cNvPr>
          <p:cNvSpPr>
            <a:spLocks xmlns:a="http://schemas.openxmlformats.org/drawingml/2006/main" noGrp="1"/>
          </p:cNvSpPr>
          <p:nvPr/>
        </p:nvSpPr>
        <p:spPr>
          <a:xfrm xmlns:a="http://schemas.openxmlformats.org/drawingml/2006/main">
            <a:off x="571500" y="41910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75" b="1">
                <a:solidFill>
                  <a:srgbClr val="F5F7FB"/>
                </a:solidFill>
                <a:latin typeface="Arial"/>
                <a:ea typeface="Arial"/>
                <a:cs typeface="Arial"/>
              </a:defRPr>
            </a:defPPr>
            <a:lvl1pPr algn="l">
              <a:defRPr sz="3375" b="1">
                <a:solidFill>
                  <a:srgbClr val="F5F7FB"/>
                </a:solidFill>
                <a:latin typeface="Arial"/>
                <a:ea typeface="Arial"/>
                <a:cs typeface="Arial"/>
              </a:defRPr>
            </a:lvl1pPr>
            <a:lvl2pPr algn="l">
              <a:defRPr sz="3375" b="1">
                <a:solidFill>
                  <a:srgbClr val="F5F7FB"/>
                </a:solidFill>
                <a:latin typeface="Arial"/>
                <a:ea typeface="Arial"/>
                <a:cs typeface="Arial"/>
              </a:defRPr>
            </a:lvl2pPr>
            <a:lvl3pPr algn="l">
              <a:defRPr sz="3375" b="1">
                <a:solidFill>
                  <a:srgbClr val="F5F7FB"/>
                </a:solidFill>
                <a:latin typeface="Arial"/>
                <a:ea typeface="Arial"/>
                <a:cs typeface="Arial"/>
              </a:defRPr>
            </a:lvl3pPr>
            <a:lvl4pPr algn="l">
              <a:defRPr sz="3375" b="1">
                <a:solidFill>
                  <a:srgbClr val="F5F7FB"/>
                </a:solidFill>
                <a:latin typeface="Arial"/>
                <a:ea typeface="Arial"/>
                <a:cs typeface="Arial"/>
              </a:defRPr>
            </a:lvl4pPr>
            <a:lvl5pPr algn="l">
              <a:defRPr sz="3375" b="1">
                <a:solidFill>
                  <a:srgbClr val="F5F7FB"/>
                </a:solidFill>
                <a:latin typeface="Arial"/>
                <a:ea typeface="Arial"/>
                <a:cs typeface="Arial"/>
              </a:defRPr>
            </a:lvl5pPr>
            <a:lvl6pPr algn="l">
              <a:defRPr sz="3375" b="1">
                <a:solidFill>
                  <a:srgbClr val="F5F7FB"/>
                </a:solidFill>
                <a:latin typeface="Arial"/>
                <a:ea typeface="Arial"/>
                <a:cs typeface="Arial"/>
              </a:defRPr>
            </a:lvl6pPr>
            <a:lvl7pPr algn="l">
              <a:defRPr sz="3375" b="1">
                <a:solidFill>
                  <a:srgbClr val="F5F7FB"/>
                </a:solidFill>
                <a:latin typeface="Arial"/>
                <a:ea typeface="Arial"/>
                <a:cs typeface="Arial"/>
              </a:defRPr>
            </a:lvl7pPr>
            <a:lvl8pPr algn="l">
              <a:defRPr sz="3375" b="1">
                <a:solidFill>
                  <a:srgbClr val="F5F7FB"/>
                </a:solidFill>
                <a:latin typeface="Arial"/>
                <a:ea typeface="Arial"/>
                <a:cs typeface="Arial"/>
              </a:defRPr>
            </a:lvl8pPr>
            <a:lvl9pPr algn="l">
              <a:defRPr sz="3375" b="1">
                <a:solidFill>
                  <a:srgbClr val="F5F7FB"/>
                </a:solidFill>
                <a:latin typeface="Arial"/>
                <a:ea typeface="Arial"/>
                <a:cs typeface="Arial"/>
              </a:defRPr>
            </a:lvl9pPr>
          </a:lstStyle>
          <a:p xmlns:a="http://schemas.openxmlformats.org/drawingml/2006/main">
            <a:pPr algn="l">
              <a:defRPr sz="3375" b="1">
                <a:solidFill>
                  <a:srgbClr val="F5F7FB"/>
                </a:solidFill>
                <a:latin typeface="Arial"/>
                <a:ea typeface="Arial"/>
                <a:cs typeface="Arial"/>
              </a:defRPr>
            </a:pPr>
            <a:r>
              <a:rPr sz="3375" b="1">
                <a:solidFill>
                  <a:srgbClr val="F5F7FB"/>
                </a:solidFill>
                <a:latin typeface="Arial"/>
                <a:ea typeface="Arial"/>
                <a:cs typeface="Arial"/>
              </a:rPr>
              <a:t>Asterisk: one extension per phone</a:t>
            </a:r>
          </a:p>
        </p:txBody>
      </p:sp>
      <p:sp>
        <p:nvSpPr>
          <p:cNvPr id="2" name="08">
            <a:extLst xmlns:a="http://schemas.openxmlformats.org/drawingml/2006/main">
              <a:ext uri="{FF2B5EF4-FFF2-40B4-BE49-F238E27FC236}">
                <a16:creationId xmlns:a16="http://schemas.microsoft.com/office/drawing/2014/main" id="{250DF121-1EF2-46A1-81CC-51AE19B99D14}"/>
              </a:ext>
            </a:extLst>
          </p:cNvPr>
          <p:cNvSpPr>
            <a:spLocks xmlns:a="http://schemas.openxmlformats.org/drawingml/2006/main" noGrp="1"/>
          </p:cNvSpPr>
          <p:nvPr/>
        </p:nvSpPr>
        <p:spPr>
          <a:xfrm xmlns:a="http://schemas.openxmlformats.org/drawingml/2006/main">
            <a:off x="11049000" y="63627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AAB9D0"/>
                </a:solidFill>
                <a:latin typeface="Arial"/>
                <a:ea typeface="Arial"/>
                <a:cs typeface="Arial"/>
              </a:defRPr>
            </a:defPPr>
            <a:lvl1pPr algn="r">
              <a:defRPr sz="1275" b="0">
                <a:solidFill>
                  <a:srgbClr val="AAB9D0"/>
                </a:solidFill>
                <a:latin typeface="Arial"/>
                <a:ea typeface="Arial"/>
                <a:cs typeface="Arial"/>
              </a:defRPr>
            </a:lvl1pPr>
            <a:lvl2pPr algn="r">
              <a:defRPr sz="1275" b="0">
                <a:solidFill>
                  <a:srgbClr val="AAB9D0"/>
                </a:solidFill>
                <a:latin typeface="Arial"/>
                <a:ea typeface="Arial"/>
                <a:cs typeface="Arial"/>
              </a:defRPr>
            </a:lvl2pPr>
            <a:lvl3pPr algn="r">
              <a:defRPr sz="1275" b="0">
                <a:solidFill>
                  <a:srgbClr val="AAB9D0"/>
                </a:solidFill>
                <a:latin typeface="Arial"/>
                <a:ea typeface="Arial"/>
                <a:cs typeface="Arial"/>
              </a:defRPr>
            </a:lvl3pPr>
            <a:lvl4pPr algn="r">
              <a:defRPr sz="1275" b="0">
                <a:solidFill>
                  <a:srgbClr val="AAB9D0"/>
                </a:solidFill>
                <a:latin typeface="Arial"/>
                <a:ea typeface="Arial"/>
                <a:cs typeface="Arial"/>
              </a:defRPr>
            </a:lvl4pPr>
            <a:lvl5pPr algn="r">
              <a:defRPr sz="1275" b="0">
                <a:solidFill>
                  <a:srgbClr val="AAB9D0"/>
                </a:solidFill>
                <a:latin typeface="Arial"/>
                <a:ea typeface="Arial"/>
                <a:cs typeface="Arial"/>
              </a:defRPr>
            </a:lvl5pPr>
            <a:lvl6pPr algn="r">
              <a:defRPr sz="1275" b="0">
                <a:solidFill>
                  <a:srgbClr val="AAB9D0"/>
                </a:solidFill>
                <a:latin typeface="Arial"/>
                <a:ea typeface="Arial"/>
                <a:cs typeface="Arial"/>
              </a:defRPr>
            </a:lvl6pPr>
            <a:lvl7pPr algn="r">
              <a:defRPr sz="1275" b="0">
                <a:solidFill>
                  <a:srgbClr val="AAB9D0"/>
                </a:solidFill>
                <a:latin typeface="Arial"/>
                <a:ea typeface="Arial"/>
                <a:cs typeface="Arial"/>
              </a:defRPr>
            </a:lvl7pPr>
            <a:lvl8pPr algn="r">
              <a:defRPr sz="1275" b="0">
                <a:solidFill>
                  <a:srgbClr val="AAB9D0"/>
                </a:solidFill>
                <a:latin typeface="Arial"/>
                <a:ea typeface="Arial"/>
                <a:cs typeface="Arial"/>
              </a:defRPr>
            </a:lvl8pPr>
            <a:lvl9pPr algn="r">
              <a:defRPr sz="1275" b="0">
                <a:solidFill>
                  <a:srgbClr val="AAB9D0"/>
                </a:solidFill>
                <a:latin typeface="Arial"/>
                <a:ea typeface="Arial"/>
                <a:cs typeface="Arial"/>
              </a:defRPr>
            </a:lvl9pPr>
          </a:lstStyle>
          <a:p xmlns:a="http://schemas.openxmlformats.org/drawingml/2006/main">
            <a:pPr algn="r">
              <a:defRPr sz="1275" b="0">
                <a:solidFill>
                  <a:srgbClr val="AAB9D0"/>
                </a:solidFill>
                <a:latin typeface="Arial"/>
                <a:ea typeface="Arial"/>
                <a:cs typeface="Arial"/>
              </a:defRPr>
            </a:pPr>
            <a:r>
              <a:rPr sz="1275" b="0">
                <a:solidFill>
                  <a:srgbClr val="AAB9D0"/>
                </a:solidFill>
                <a:latin typeface="Arial"/>
                <a:ea typeface="Arial"/>
                <a:cs typeface="Arial"/>
              </a:rPr>
              <a:t>08</a:t>
            </a:r>
          </a:p>
        </p:txBody>
      </p:sp>
      <p:sp>
        <p:nvSpPr>
          <p:cNvPr id="3" name="201">
            <a:extLst xmlns:a="http://schemas.openxmlformats.org/drawingml/2006/main">
              <a:ext uri="{FF2B5EF4-FFF2-40B4-BE49-F238E27FC236}">
                <a16:creationId xmlns:a16="http://schemas.microsoft.com/office/drawing/2014/main" id="{0C3077B6-675B-43D6-AFAD-57064C03175F}"/>
              </a:ext>
            </a:extLst>
          </p:cNvPr>
          <p:cNvSpPr>
            <a:spLocks xmlns:a="http://schemas.openxmlformats.org/drawingml/2006/main" noGrp="1"/>
          </p:cNvSpPr>
          <p:nvPr/>
        </p:nvSpPr>
        <p:spPr>
          <a:xfrm xmlns:a="http://schemas.openxmlformats.org/drawingml/2006/main">
            <a:off x="571500" y="1857375"/>
            <a:ext cx="295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550" b="1">
                <a:solidFill>
                  <a:srgbClr val="48DDCC"/>
                </a:solidFill>
                <a:latin typeface="Arial"/>
                <a:ea typeface="Arial"/>
                <a:cs typeface="Arial"/>
              </a:defRPr>
            </a:defPPr>
            <a:lvl1pPr algn="l">
              <a:defRPr sz="5550" b="1">
                <a:solidFill>
                  <a:srgbClr val="48DDCC"/>
                </a:solidFill>
                <a:latin typeface="Arial"/>
                <a:ea typeface="Arial"/>
                <a:cs typeface="Arial"/>
              </a:defRPr>
            </a:lvl1pPr>
            <a:lvl2pPr algn="l">
              <a:defRPr sz="5550" b="1">
                <a:solidFill>
                  <a:srgbClr val="48DDCC"/>
                </a:solidFill>
                <a:latin typeface="Arial"/>
                <a:ea typeface="Arial"/>
                <a:cs typeface="Arial"/>
              </a:defRPr>
            </a:lvl2pPr>
            <a:lvl3pPr algn="l">
              <a:defRPr sz="5550" b="1">
                <a:solidFill>
                  <a:srgbClr val="48DDCC"/>
                </a:solidFill>
                <a:latin typeface="Arial"/>
                <a:ea typeface="Arial"/>
                <a:cs typeface="Arial"/>
              </a:defRPr>
            </a:lvl3pPr>
            <a:lvl4pPr algn="l">
              <a:defRPr sz="5550" b="1">
                <a:solidFill>
                  <a:srgbClr val="48DDCC"/>
                </a:solidFill>
                <a:latin typeface="Arial"/>
                <a:ea typeface="Arial"/>
                <a:cs typeface="Arial"/>
              </a:defRPr>
            </a:lvl4pPr>
            <a:lvl5pPr algn="l">
              <a:defRPr sz="5550" b="1">
                <a:solidFill>
                  <a:srgbClr val="48DDCC"/>
                </a:solidFill>
                <a:latin typeface="Arial"/>
                <a:ea typeface="Arial"/>
                <a:cs typeface="Arial"/>
              </a:defRPr>
            </a:lvl5pPr>
            <a:lvl6pPr algn="l">
              <a:defRPr sz="5550" b="1">
                <a:solidFill>
                  <a:srgbClr val="48DDCC"/>
                </a:solidFill>
                <a:latin typeface="Arial"/>
                <a:ea typeface="Arial"/>
                <a:cs typeface="Arial"/>
              </a:defRPr>
            </a:lvl6pPr>
            <a:lvl7pPr algn="l">
              <a:defRPr sz="5550" b="1">
                <a:solidFill>
                  <a:srgbClr val="48DDCC"/>
                </a:solidFill>
                <a:latin typeface="Arial"/>
                <a:ea typeface="Arial"/>
                <a:cs typeface="Arial"/>
              </a:defRPr>
            </a:lvl7pPr>
            <a:lvl8pPr algn="l">
              <a:defRPr sz="5550" b="1">
                <a:solidFill>
                  <a:srgbClr val="48DDCC"/>
                </a:solidFill>
                <a:latin typeface="Arial"/>
                <a:ea typeface="Arial"/>
                <a:cs typeface="Arial"/>
              </a:defRPr>
            </a:lvl8pPr>
            <a:lvl9pPr algn="l">
              <a:defRPr sz="5550" b="1">
                <a:solidFill>
                  <a:srgbClr val="48DDCC"/>
                </a:solidFill>
                <a:latin typeface="Arial"/>
                <a:ea typeface="Arial"/>
                <a:cs typeface="Arial"/>
              </a:defRPr>
            </a:lvl9pPr>
          </a:lstStyle>
          <a:p xmlns:a="http://schemas.openxmlformats.org/drawingml/2006/main">
            <a:pPr algn="l">
              <a:defRPr sz="5550" b="1">
                <a:solidFill>
                  <a:srgbClr val="48DDCC"/>
                </a:solidFill>
                <a:latin typeface="Arial"/>
                <a:ea typeface="Arial"/>
                <a:cs typeface="Arial"/>
              </a:defRPr>
            </a:pPr>
            <a:r>
              <a:rPr sz="5550" b="1">
                <a:solidFill>
                  <a:srgbClr val="48DDCC"/>
                </a:solidFill>
                <a:latin typeface="Arial"/>
                <a:ea typeface="Arial"/>
                <a:cs typeface="Arial"/>
              </a:rPr>
              <a:t>201</a:t>
            </a:r>
          </a:p>
        </p:txBody>
      </p:sp>
      <p:sp>
        <p:nvSpPr>
          <p:cNvPr id="4" name="202">
            <a:extLst xmlns:a="http://schemas.openxmlformats.org/drawingml/2006/main">
              <a:ext uri="{FF2B5EF4-FFF2-40B4-BE49-F238E27FC236}">
                <a16:creationId xmlns:a16="http://schemas.microsoft.com/office/drawing/2014/main" id="{AC330562-B805-46D0-8C02-E37D46CD4A51}"/>
              </a:ext>
            </a:extLst>
          </p:cNvPr>
          <p:cNvSpPr>
            <a:spLocks xmlns:a="http://schemas.openxmlformats.org/drawingml/2006/main" noGrp="1"/>
          </p:cNvSpPr>
          <p:nvPr/>
        </p:nvSpPr>
        <p:spPr>
          <a:xfrm xmlns:a="http://schemas.openxmlformats.org/drawingml/2006/main">
            <a:off x="4476750" y="1857375"/>
            <a:ext cx="295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550" b="1">
                <a:solidFill>
                  <a:srgbClr val="FF836D"/>
                </a:solidFill>
                <a:latin typeface="Arial"/>
                <a:ea typeface="Arial"/>
                <a:cs typeface="Arial"/>
              </a:defRPr>
            </a:defPPr>
            <a:lvl1pPr algn="l">
              <a:defRPr sz="5550" b="1">
                <a:solidFill>
                  <a:srgbClr val="FF836D"/>
                </a:solidFill>
                <a:latin typeface="Arial"/>
                <a:ea typeface="Arial"/>
                <a:cs typeface="Arial"/>
              </a:defRPr>
            </a:lvl1pPr>
            <a:lvl2pPr algn="l">
              <a:defRPr sz="5550" b="1">
                <a:solidFill>
                  <a:srgbClr val="FF836D"/>
                </a:solidFill>
                <a:latin typeface="Arial"/>
                <a:ea typeface="Arial"/>
                <a:cs typeface="Arial"/>
              </a:defRPr>
            </a:lvl2pPr>
            <a:lvl3pPr algn="l">
              <a:defRPr sz="5550" b="1">
                <a:solidFill>
                  <a:srgbClr val="FF836D"/>
                </a:solidFill>
                <a:latin typeface="Arial"/>
                <a:ea typeface="Arial"/>
                <a:cs typeface="Arial"/>
              </a:defRPr>
            </a:lvl3pPr>
            <a:lvl4pPr algn="l">
              <a:defRPr sz="5550" b="1">
                <a:solidFill>
                  <a:srgbClr val="FF836D"/>
                </a:solidFill>
                <a:latin typeface="Arial"/>
                <a:ea typeface="Arial"/>
                <a:cs typeface="Arial"/>
              </a:defRPr>
            </a:lvl4pPr>
            <a:lvl5pPr algn="l">
              <a:defRPr sz="5550" b="1">
                <a:solidFill>
                  <a:srgbClr val="FF836D"/>
                </a:solidFill>
                <a:latin typeface="Arial"/>
                <a:ea typeface="Arial"/>
                <a:cs typeface="Arial"/>
              </a:defRPr>
            </a:lvl5pPr>
            <a:lvl6pPr algn="l">
              <a:defRPr sz="5550" b="1">
                <a:solidFill>
                  <a:srgbClr val="FF836D"/>
                </a:solidFill>
                <a:latin typeface="Arial"/>
                <a:ea typeface="Arial"/>
                <a:cs typeface="Arial"/>
              </a:defRPr>
            </a:lvl6pPr>
            <a:lvl7pPr algn="l">
              <a:defRPr sz="5550" b="1">
                <a:solidFill>
                  <a:srgbClr val="FF836D"/>
                </a:solidFill>
                <a:latin typeface="Arial"/>
                <a:ea typeface="Arial"/>
                <a:cs typeface="Arial"/>
              </a:defRPr>
            </a:lvl7pPr>
            <a:lvl8pPr algn="l">
              <a:defRPr sz="5550" b="1">
                <a:solidFill>
                  <a:srgbClr val="FF836D"/>
                </a:solidFill>
                <a:latin typeface="Arial"/>
                <a:ea typeface="Arial"/>
                <a:cs typeface="Arial"/>
              </a:defRPr>
            </a:lvl8pPr>
            <a:lvl9pPr algn="l">
              <a:defRPr sz="5550" b="1">
                <a:solidFill>
                  <a:srgbClr val="FF836D"/>
                </a:solidFill>
                <a:latin typeface="Arial"/>
                <a:ea typeface="Arial"/>
                <a:cs typeface="Arial"/>
              </a:defRPr>
            </a:lvl9pPr>
          </a:lstStyle>
          <a:p xmlns:a="http://schemas.openxmlformats.org/drawingml/2006/main">
            <a:pPr algn="l">
              <a:defRPr sz="5550" b="1">
                <a:solidFill>
                  <a:srgbClr val="FF836D"/>
                </a:solidFill>
                <a:latin typeface="Arial"/>
                <a:ea typeface="Arial"/>
                <a:cs typeface="Arial"/>
              </a:defRPr>
            </a:pPr>
            <a:r>
              <a:rPr sz="5550" b="1">
                <a:solidFill>
                  <a:srgbClr val="FF836D"/>
                </a:solidFill>
                <a:latin typeface="Arial"/>
                <a:ea typeface="Arial"/>
                <a:cs typeface="Arial"/>
              </a:rPr>
              <a:t>202</a:t>
            </a:r>
          </a:p>
        </p:txBody>
      </p:sp>
      <p:sp>
        <p:nvSpPr>
          <p:cNvPr id="5" name="…210">
            <a:extLst xmlns:a="http://schemas.openxmlformats.org/drawingml/2006/main">
              <a:ext uri="{FF2B5EF4-FFF2-40B4-BE49-F238E27FC236}">
                <a16:creationId xmlns:a16="http://schemas.microsoft.com/office/drawing/2014/main" id="{45F21474-EAE9-4BEB-A88E-38A3DCB40414}"/>
              </a:ext>
            </a:extLst>
          </p:cNvPr>
          <p:cNvSpPr>
            <a:spLocks xmlns:a="http://schemas.openxmlformats.org/drawingml/2006/main" noGrp="1"/>
          </p:cNvSpPr>
          <p:nvPr/>
        </p:nvSpPr>
        <p:spPr>
          <a:xfrm xmlns:a="http://schemas.openxmlformats.org/drawingml/2006/main">
            <a:off x="8382000" y="1857375"/>
            <a:ext cx="3190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550" b="1">
                <a:solidFill>
                  <a:srgbClr val="F7CB64"/>
                </a:solidFill>
                <a:latin typeface="Arial"/>
                <a:ea typeface="Arial"/>
                <a:cs typeface="Arial"/>
              </a:defRPr>
            </a:defPPr>
            <a:lvl1pPr algn="l">
              <a:defRPr sz="5550" b="1">
                <a:solidFill>
                  <a:srgbClr val="F7CB64"/>
                </a:solidFill>
                <a:latin typeface="Arial"/>
                <a:ea typeface="Arial"/>
                <a:cs typeface="Arial"/>
              </a:defRPr>
            </a:lvl1pPr>
            <a:lvl2pPr algn="l">
              <a:defRPr sz="5550" b="1">
                <a:solidFill>
                  <a:srgbClr val="F7CB64"/>
                </a:solidFill>
                <a:latin typeface="Arial"/>
                <a:ea typeface="Arial"/>
                <a:cs typeface="Arial"/>
              </a:defRPr>
            </a:lvl2pPr>
            <a:lvl3pPr algn="l">
              <a:defRPr sz="5550" b="1">
                <a:solidFill>
                  <a:srgbClr val="F7CB64"/>
                </a:solidFill>
                <a:latin typeface="Arial"/>
                <a:ea typeface="Arial"/>
                <a:cs typeface="Arial"/>
              </a:defRPr>
            </a:lvl3pPr>
            <a:lvl4pPr algn="l">
              <a:defRPr sz="5550" b="1">
                <a:solidFill>
                  <a:srgbClr val="F7CB64"/>
                </a:solidFill>
                <a:latin typeface="Arial"/>
                <a:ea typeface="Arial"/>
                <a:cs typeface="Arial"/>
              </a:defRPr>
            </a:lvl4pPr>
            <a:lvl5pPr algn="l">
              <a:defRPr sz="5550" b="1">
                <a:solidFill>
                  <a:srgbClr val="F7CB64"/>
                </a:solidFill>
                <a:latin typeface="Arial"/>
                <a:ea typeface="Arial"/>
                <a:cs typeface="Arial"/>
              </a:defRPr>
            </a:lvl5pPr>
            <a:lvl6pPr algn="l">
              <a:defRPr sz="5550" b="1">
                <a:solidFill>
                  <a:srgbClr val="F7CB64"/>
                </a:solidFill>
                <a:latin typeface="Arial"/>
                <a:ea typeface="Arial"/>
                <a:cs typeface="Arial"/>
              </a:defRPr>
            </a:lvl6pPr>
            <a:lvl7pPr algn="l">
              <a:defRPr sz="5550" b="1">
                <a:solidFill>
                  <a:srgbClr val="F7CB64"/>
                </a:solidFill>
                <a:latin typeface="Arial"/>
                <a:ea typeface="Arial"/>
                <a:cs typeface="Arial"/>
              </a:defRPr>
            </a:lvl7pPr>
            <a:lvl8pPr algn="l">
              <a:defRPr sz="5550" b="1">
                <a:solidFill>
                  <a:srgbClr val="F7CB64"/>
                </a:solidFill>
                <a:latin typeface="Arial"/>
                <a:ea typeface="Arial"/>
                <a:cs typeface="Arial"/>
              </a:defRPr>
            </a:lvl8pPr>
            <a:lvl9pPr algn="l">
              <a:defRPr sz="5550" b="1">
                <a:solidFill>
                  <a:srgbClr val="F7CB64"/>
                </a:solidFill>
                <a:latin typeface="Arial"/>
                <a:ea typeface="Arial"/>
                <a:cs typeface="Arial"/>
              </a:defRPr>
            </a:lvl9pPr>
          </a:lstStyle>
          <a:p xmlns:a="http://schemas.openxmlformats.org/drawingml/2006/main">
            <a:pPr algn="l">
              <a:defRPr sz="5550" b="1">
                <a:solidFill>
                  <a:srgbClr val="F7CB64"/>
                </a:solidFill>
                <a:latin typeface="Arial"/>
                <a:ea typeface="Arial"/>
                <a:cs typeface="Arial"/>
              </a:defRPr>
            </a:pPr>
            <a:r>
              <a:rPr sz="5550" b="1">
                <a:solidFill>
                  <a:srgbClr val="F7CB64"/>
                </a:solidFill>
                <a:latin typeface="Arial"/>
                <a:ea typeface="Arial"/>
                <a:cs typeface="Arial"/>
              </a:rPr>
              <a:t>…210</a:t>
            </a:r>
          </a:p>
        </p:txBody>
      </p:sp>
      <p:sp>
        <p:nvSpPr>
          <p:cNvPr id="6" name="TCP with a separate endpoint, auth and AOR&#10;A unique password for ">
            <a:extLst xmlns:a="http://schemas.openxmlformats.org/drawingml/2006/main">
              <a:ext uri="{FF2B5EF4-FFF2-40B4-BE49-F238E27FC236}">
                <a16:creationId xmlns:a16="http://schemas.microsoft.com/office/drawing/2014/main" id="{FE459366-9387-4100-BB41-FBA756DF455E}"/>
              </a:ext>
            </a:extLst>
          </p:cNvPr>
          <p:cNvSpPr>
            <a:spLocks xmlns:a="http://schemas.openxmlformats.org/drawingml/2006/main" noGrp="1"/>
          </p:cNvSpPr>
          <p:nvPr/>
        </p:nvSpPr>
        <p:spPr>
          <a:xfrm xmlns:a="http://schemas.openxmlformats.org/drawingml/2006/main">
            <a:off x="571500" y="338137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F5F7FB"/>
                </a:solidFill>
                <a:latin typeface="Arial"/>
                <a:ea typeface="Arial"/>
                <a:cs typeface="Arial"/>
              </a:defRPr>
            </a:defPPr>
            <a:lvl1pPr algn="l">
              <a:defRPr sz="2325" b="0">
                <a:solidFill>
                  <a:srgbClr val="F5F7FB"/>
                </a:solidFill>
                <a:latin typeface="Arial"/>
                <a:ea typeface="Arial"/>
                <a:cs typeface="Arial"/>
              </a:defRPr>
            </a:lvl1pPr>
            <a:lvl2pPr algn="l">
              <a:defRPr sz="2325" b="0">
                <a:solidFill>
                  <a:srgbClr val="F5F7FB"/>
                </a:solidFill>
                <a:latin typeface="Arial"/>
                <a:ea typeface="Arial"/>
                <a:cs typeface="Arial"/>
              </a:defRPr>
            </a:lvl2pPr>
            <a:lvl3pPr algn="l">
              <a:defRPr sz="2325" b="0">
                <a:solidFill>
                  <a:srgbClr val="F5F7FB"/>
                </a:solidFill>
                <a:latin typeface="Arial"/>
                <a:ea typeface="Arial"/>
                <a:cs typeface="Arial"/>
              </a:defRPr>
            </a:lvl3pPr>
            <a:lvl4pPr algn="l">
              <a:defRPr sz="2325" b="0">
                <a:solidFill>
                  <a:srgbClr val="F5F7FB"/>
                </a:solidFill>
                <a:latin typeface="Arial"/>
                <a:ea typeface="Arial"/>
                <a:cs typeface="Arial"/>
              </a:defRPr>
            </a:lvl4pPr>
            <a:lvl5pPr algn="l">
              <a:defRPr sz="2325" b="0">
                <a:solidFill>
                  <a:srgbClr val="F5F7FB"/>
                </a:solidFill>
                <a:latin typeface="Arial"/>
                <a:ea typeface="Arial"/>
                <a:cs typeface="Arial"/>
              </a:defRPr>
            </a:lvl5pPr>
            <a:lvl6pPr algn="l">
              <a:defRPr sz="2325" b="0">
                <a:solidFill>
                  <a:srgbClr val="F5F7FB"/>
                </a:solidFill>
                <a:latin typeface="Arial"/>
                <a:ea typeface="Arial"/>
                <a:cs typeface="Arial"/>
              </a:defRPr>
            </a:lvl6pPr>
            <a:lvl7pPr algn="l">
              <a:defRPr sz="2325" b="0">
                <a:solidFill>
                  <a:srgbClr val="F5F7FB"/>
                </a:solidFill>
                <a:latin typeface="Arial"/>
                <a:ea typeface="Arial"/>
                <a:cs typeface="Arial"/>
              </a:defRPr>
            </a:lvl7pPr>
            <a:lvl8pPr algn="l">
              <a:defRPr sz="2325" b="0">
                <a:solidFill>
                  <a:srgbClr val="F5F7FB"/>
                </a:solidFill>
                <a:latin typeface="Arial"/>
                <a:ea typeface="Arial"/>
                <a:cs typeface="Arial"/>
              </a:defRPr>
            </a:lvl8pPr>
            <a:lvl9pPr algn="l">
              <a:defRPr sz="2325" b="0">
                <a:solidFill>
                  <a:srgbClr val="F5F7FB"/>
                </a:solidFill>
                <a:latin typeface="Arial"/>
                <a:ea typeface="Arial"/>
                <a:cs typeface="Arial"/>
              </a:defRPr>
            </a:lvl9pPr>
          </a:lstStyle>
          <a:p xmlns:a="http://schemas.openxmlformats.org/drawingml/2006/main">
            <a:pPr algn="l">
              <a:defRPr sz="2325" b="0">
                <a:solidFill>
                  <a:srgbClr val="F5F7FB"/>
                </a:solidFill>
                <a:latin typeface="Arial"/>
                <a:ea typeface="Arial"/>
                <a:cs typeface="Arial"/>
              </a:defRPr>
            </a:pPr>
            <a:r>
              <a:rPr sz="2325" b="0">
                <a:solidFill>
                  <a:srgbClr val="F5F7FB"/>
                </a:solidFill>
                <a:latin typeface="Arial"/>
                <a:ea typeface="Arial"/>
                <a:cs typeface="Arial"/>
              </a:rPr>
              <a:t>TCP with a separate endpoint, auth and AOR</a:t>
            </a:r>
          </a:p>
          <a:p xmlns:a="http://schemas.openxmlformats.org/drawingml/2006/main">
            <a:pPr algn="l">
              <a:defRPr sz="2325" b="0">
                <a:solidFill>
                  <a:srgbClr val="F5F7FB"/>
                </a:solidFill>
                <a:latin typeface="Arial"/>
                <a:ea typeface="Arial"/>
                <a:cs typeface="Arial"/>
              </a:defRPr>
            </a:pPr>
            <a:r>
              <a:rPr sz="2325" b="0">
                <a:solidFill>
                  <a:srgbClr val="F5F7FB"/>
                </a:solidFill>
                <a:latin typeface="Arial"/>
                <a:ea typeface="Arial"/>
                <a:cs typeface="Arial"/>
              </a:rPr>
              <a:t>A unique password for each phone</a:t>
            </a:r>
          </a:p>
        </p:txBody>
      </p:sp>
      <p:sp>
        <p:nvSpPr>
          <p:cNvPr id="7" name="G.711 ulaw / alaw&#10;direct_media=no keeps RTP on Asterisk">
            <a:extLst xmlns:a="http://schemas.openxmlformats.org/drawingml/2006/main">
              <a:ext uri="{FF2B5EF4-FFF2-40B4-BE49-F238E27FC236}">
                <a16:creationId xmlns:a16="http://schemas.microsoft.com/office/drawing/2014/main" id="{34FABEA4-12F9-4A3D-AF1F-CF5AE726BEF2}"/>
              </a:ext>
            </a:extLst>
          </p:cNvPr>
          <p:cNvSpPr>
            <a:spLocks xmlns:a="http://schemas.openxmlformats.org/drawingml/2006/main" noGrp="1"/>
          </p:cNvSpPr>
          <p:nvPr/>
        </p:nvSpPr>
        <p:spPr>
          <a:xfrm xmlns:a="http://schemas.openxmlformats.org/drawingml/2006/main">
            <a:off x="571500" y="471487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AAB9D0"/>
                </a:solidFill>
                <a:latin typeface="Arial"/>
                <a:ea typeface="Arial"/>
                <a:cs typeface="Arial"/>
              </a:defRPr>
            </a:defPPr>
            <a:lvl1pPr algn="l">
              <a:defRPr sz="2175" b="0">
                <a:solidFill>
                  <a:srgbClr val="AAB9D0"/>
                </a:solidFill>
                <a:latin typeface="Arial"/>
                <a:ea typeface="Arial"/>
                <a:cs typeface="Arial"/>
              </a:defRPr>
            </a:lvl1pPr>
            <a:lvl2pPr algn="l">
              <a:defRPr sz="2175" b="0">
                <a:solidFill>
                  <a:srgbClr val="AAB9D0"/>
                </a:solidFill>
                <a:latin typeface="Arial"/>
                <a:ea typeface="Arial"/>
                <a:cs typeface="Arial"/>
              </a:defRPr>
            </a:lvl2pPr>
            <a:lvl3pPr algn="l">
              <a:defRPr sz="2175" b="0">
                <a:solidFill>
                  <a:srgbClr val="AAB9D0"/>
                </a:solidFill>
                <a:latin typeface="Arial"/>
                <a:ea typeface="Arial"/>
                <a:cs typeface="Arial"/>
              </a:defRPr>
            </a:lvl3pPr>
            <a:lvl4pPr algn="l">
              <a:defRPr sz="2175" b="0">
                <a:solidFill>
                  <a:srgbClr val="AAB9D0"/>
                </a:solidFill>
                <a:latin typeface="Arial"/>
                <a:ea typeface="Arial"/>
                <a:cs typeface="Arial"/>
              </a:defRPr>
            </a:lvl4pPr>
            <a:lvl5pPr algn="l">
              <a:defRPr sz="2175" b="0">
                <a:solidFill>
                  <a:srgbClr val="AAB9D0"/>
                </a:solidFill>
                <a:latin typeface="Arial"/>
                <a:ea typeface="Arial"/>
                <a:cs typeface="Arial"/>
              </a:defRPr>
            </a:lvl5pPr>
            <a:lvl6pPr algn="l">
              <a:defRPr sz="2175" b="0">
                <a:solidFill>
                  <a:srgbClr val="AAB9D0"/>
                </a:solidFill>
                <a:latin typeface="Arial"/>
                <a:ea typeface="Arial"/>
                <a:cs typeface="Arial"/>
              </a:defRPr>
            </a:lvl6pPr>
            <a:lvl7pPr algn="l">
              <a:defRPr sz="2175" b="0">
                <a:solidFill>
                  <a:srgbClr val="AAB9D0"/>
                </a:solidFill>
                <a:latin typeface="Arial"/>
                <a:ea typeface="Arial"/>
                <a:cs typeface="Arial"/>
              </a:defRPr>
            </a:lvl7pPr>
            <a:lvl8pPr algn="l">
              <a:defRPr sz="2175" b="0">
                <a:solidFill>
                  <a:srgbClr val="AAB9D0"/>
                </a:solidFill>
                <a:latin typeface="Arial"/>
                <a:ea typeface="Arial"/>
                <a:cs typeface="Arial"/>
              </a:defRPr>
            </a:lvl8pPr>
            <a:lvl9pPr algn="l">
              <a:defRPr sz="2175" b="0">
                <a:solidFill>
                  <a:srgbClr val="AAB9D0"/>
                </a:solidFill>
                <a:latin typeface="Arial"/>
                <a:ea typeface="Arial"/>
                <a:cs typeface="Arial"/>
              </a:defRPr>
            </a:lvl9pPr>
          </a:lstStyle>
          <a:p xmlns:a="http://schemas.openxmlformats.org/drawingml/2006/main">
            <a:pPr algn="l">
              <a:defRPr sz="2175" b="0">
                <a:solidFill>
                  <a:srgbClr val="AAB9D0"/>
                </a:solidFill>
                <a:latin typeface="Arial"/>
                <a:ea typeface="Arial"/>
                <a:cs typeface="Arial"/>
              </a:defRPr>
            </a:pPr>
            <a:r>
              <a:rPr sz="2175" b="0">
                <a:solidFill>
                  <a:srgbClr val="AAB9D0"/>
                </a:solidFill>
                <a:latin typeface="Arial"/>
                <a:ea typeface="Arial"/>
                <a:cs typeface="Arial"/>
              </a:rPr>
              <a:t>G.711 ulaw / alaw</a:t>
            </a:r>
          </a:p>
          <a:p xmlns:a="http://schemas.openxmlformats.org/drawingml/2006/main">
            <a:pPr algn="l">
              <a:defRPr sz="2175" b="0">
                <a:solidFill>
                  <a:srgbClr val="AAB9D0"/>
                </a:solidFill>
                <a:latin typeface="Arial"/>
                <a:ea typeface="Arial"/>
                <a:cs typeface="Arial"/>
              </a:defRPr>
            </a:pPr>
            <a:r>
              <a:rPr sz="2175" b="0">
                <a:solidFill>
                  <a:srgbClr val="AAB9D0"/>
                </a:solidFill>
                <a:latin typeface="Arial"/>
                <a:ea typeface="Arial"/>
                <a:cs typeface="Arial"/>
              </a:rPr>
              <a:t>direct_media=no keeps RTP on Asterisk</a:t>
            </a:r>
          </a:p>
        </p:txBody>
      </p:sp>
      <p:sp>
        <p:nvSpPr>
          <p:cNvPr id="8" name="600 echo, 601 tone, 620 ring group. Extension 630 requires Assist">
            <a:extLst xmlns:a="http://schemas.openxmlformats.org/drawingml/2006/main">
              <a:ext uri="{FF2B5EF4-FFF2-40B4-BE49-F238E27FC236}">
                <a16:creationId xmlns:a16="http://schemas.microsoft.com/office/drawing/2014/main" id="{6DACF754-C99A-463F-8128-151977482844}"/>
              </a:ext>
            </a:extLst>
          </p:cNvPr>
          <p:cNvSpPr>
            <a:spLocks xmlns:a="http://schemas.openxmlformats.org/drawingml/2006/main" noGrp="1"/>
          </p:cNvSpPr>
          <p:nvPr/>
        </p:nvSpPr>
        <p:spPr>
          <a:xfrm xmlns:a="http://schemas.openxmlformats.org/drawingml/2006/main">
            <a:off x="571500" y="5953125"/>
            <a:ext cx="10191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AAB9D0"/>
                </a:solidFill>
                <a:latin typeface="Arial"/>
                <a:ea typeface="Arial"/>
                <a:cs typeface="Arial"/>
              </a:defRPr>
            </a:defPPr>
            <a:lvl1pPr algn="l">
              <a:defRPr sz="1425" b="0">
                <a:solidFill>
                  <a:srgbClr val="AAB9D0"/>
                </a:solidFill>
                <a:latin typeface="Arial"/>
                <a:ea typeface="Arial"/>
                <a:cs typeface="Arial"/>
              </a:defRPr>
            </a:lvl1pPr>
            <a:lvl2pPr algn="l">
              <a:defRPr sz="1425" b="0">
                <a:solidFill>
                  <a:srgbClr val="AAB9D0"/>
                </a:solidFill>
                <a:latin typeface="Arial"/>
                <a:ea typeface="Arial"/>
                <a:cs typeface="Arial"/>
              </a:defRPr>
            </a:lvl2pPr>
            <a:lvl3pPr algn="l">
              <a:defRPr sz="1425" b="0">
                <a:solidFill>
                  <a:srgbClr val="AAB9D0"/>
                </a:solidFill>
                <a:latin typeface="Arial"/>
                <a:ea typeface="Arial"/>
                <a:cs typeface="Arial"/>
              </a:defRPr>
            </a:lvl3pPr>
            <a:lvl4pPr algn="l">
              <a:defRPr sz="1425" b="0">
                <a:solidFill>
                  <a:srgbClr val="AAB9D0"/>
                </a:solidFill>
                <a:latin typeface="Arial"/>
                <a:ea typeface="Arial"/>
                <a:cs typeface="Arial"/>
              </a:defRPr>
            </a:lvl4pPr>
            <a:lvl5pPr algn="l">
              <a:defRPr sz="1425" b="0">
                <a:solidFill>
                  <a:srgbClr val="AAB9D0"/>
                </a:solidFill>
                <a:latin typeface="Arial"/>
                <a:ea typeface="Arial"/>
                <a:cs typeface="Arial"/>
              </a:defRPr>
            </a:lvl5pPr>
            <a:lvl6pPr algn="l">
              <a:defRPr sz="1425" b="0">
                <a:solidFill>
                  <a:srgbClr val="AAB9D0"/>
                </a:solidFill>
                <a:latin typeface="Arial"/>
                <a:ea typeface="Arial"/>
                <a:cs typeface="Arial"/>
              </a:defRPr>
            </a:lvl6pPr>
            <a:lvl7pPr algn="l">
              <a:defRPr sz="1425" b="0">
                <a:solidFill>
                  <a:srgbClr val="AAB9D0"/>
                </a:solidFill>
                <a:latin typeface="Arial"/>
                <a:ea typeface="Arial"/>
                <a:cs typeface="Arial"/>
              </a:defRPr>
            </a:lvl7pPr>
            <a:lvl8pPr algn="l">
              <a:defRPr sz="1425" b="0">
                <a:solidFill>
                  <a:srgbClr val="AAB9D0"/>
                </a:solidFill>
                <a:latin typeface="Arial"/>
                <a:ea typeface="Arial"/>
                <a:cs typeface="Arial"/>
              </a:defRPr>
            </a:lvl8pPr>
            <a:lvl9pPr algn="l">
              <a:defRPr sz="1425" b="0">
                <a:solidFill>
                  <a:srgbClr val="AAB9D0"/>
                </a:solidFill>
                <a:latin typeface="Arial"/>
                <a:ea typeface="Arial"/>
                <a:cs typeface="Arial"/>
              </a:defRPr>
            </a:lvl9pPr>
          </a:lstStyle>
          <a:p xmlns:a="http://schemas.openxmlformats.org/drawingml/2006/main">
            <a:pPr algn="l">
              <a:defRPr sz="1425" b="0">
                <a:solidFill>
                  <a:srgbClr val="AAB9D0"/>
                </a:solidFill>
                <a:latin typeface="Arial"/>
                <a:ea typeface="Arial"/>
                <a:cs typeface="Arial"/>
              </a:defRPr>
            </a:pPr>
            <a:r>
              <a:rPr sz="1425" b="0">
                <a:solidFill>
                  <a:srgbClr val="AAB9D0"/>
                </a:solidFill>
                <a:latin typeface="Arial"/>
                <a:ea typeface="Arial"/>
                <a:cs typeface="Arial"/>
              </a:rPr>
              <a:t>600 echo, 601 tone, 620 ring group. Extension 630 requires Assist.</a:t>
            </a:r>
          </a:p>
        </p:txBody>
      </p:sp>
    </p:spTree>
    <p:extLst>
      <p:ext uri="{BB962C8B-B14F-4D97-AF65-F5344CB8AC3E}">
        <p14:creationId xmlns:p14="http://schemas.microsoft.com/office/powerpoint/2010/main" val="1700368828"/>
      </p:ext>
    </p:extLst>
  </p:cSld>
</p:sld>
</file>

<file path=ppt/slides/slide9.xml><?xml version="1.0" encoding="utf-8"?>
<p:sld xmlns:p="http://schemas.openxmlformats.org/presentationml/2006/main">
  <p:cSld>
    <p:bg>
      <p:bgPr>
        <a:solidFill xmlns:a="http://schemas.openxmlformats.org/drawingml/2006/main">
          <a:srgbClr val="101C34"/>
        </a:solidFill>
      </p:bgPr>
    </p:bg>
    <p:spTree>
      <p:nvGrpSpPr>
        <p:cNvPr id="1" name=""/>
        <p:cNvGrpSpPr/>
        <p:nvPr/>
      </p:nvGrpSpPr>
      <p:grpSpPr>
        <a:xfrm xmlns:a="http://schemas.openxmlformats.org/drawingml/2006/main"/>
      </p:grpSpPr>
      <p:sp>
        <p:nvSpPr>
          <p:cNvPr id="8" name="AMI: status and call control">
            <a:extLst xmlns:a="http://schemas.openxmlformats.org/drawingml/2006/main">
              <a:ext uri="{FF2B5EF4-FFF2-40B4-BE49-F238E27FC236}">
                <a16:creationId xmlns:a16="http://schemas.microsoft.com/office/drawing/2014/main" id="{0CDD6A6A-CCDE-451E-ADEB-DB22CD83EB01}"/>
              </a:ext>
            </a:extLst>
          </p:cNvPr>
          <p:cNvSpPr>
            <a:spLocks xmlns:a="http://schemas.openxmlformats.org/drawingml/2006/main" noGrp="1"/>
          </p:cNvSpPr>
          <p:nvPr/>
        </p:nvSpPr>
        <p:spPr>
          <a:xfrm xmlns:a="http://schemas.openxmlformats.org/drawingml/2006/main">
            <a:off x="571500" y="41910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75" b="1">
                <a:solidFill>
                  <a:srgbClr val="F5F7FB"/>
                </a:solidFill>
                <a:latin typeface="Arial"/>
                <a:ea typeface="Arial"/>
                <a:cs typeface="Arial"/>
              </a:defRPr>
            </a:defPPr>
            <a:lvl1pPr algn="l">
              <a:defRPr sz="3375" b="1">
                <a:solidFill>
                  <a:srgbClr val="F5F7FB"/>
                </a:solidFill>
                <a:latin typeface="Arial"/>
                <a:ea typeface="Arial"/>
                <a:cs typeface="Arial"/>
              </a:defRPr>
            </a:lvl1pPr>
            <a:lvl2pPr algn="l">
              <a:defRPr sz="3375" b="1">
                <a:solidFill>
                  <a:srgbClr val="F5F7FB"/>
                </a:solidFill>
                <a:latin typeface="Arial"/>
                <a:ea typeface="Arial"/>
                <a:cs typeface="Arial"/>
              </a:defRPr>
            </a:lvl2pPr>
            <a:lvl3pPr algn="l">
              <a:defRPr sz="3375" b="1">
                <a:solidFill>
                  <a:srgbClr val="F5F7FB"/>
                </a:solidFill>
                <a:latin typeface="Arial"/>
                <a:ea typeface="Arial"/>
                <a:cs typeface="Arial"/>
              </a:defRPr>
            </a:lvl3pPr>
            <a:lvl4pPr algn="l">
              <a:defRPr sz="3375" b="1">
                <a:solidFill>
                  <a:srgbClr val="F5F7FB"/>
                </a:solidFill>
                <a:latin typeface="Arial"/>
                <a:ea typeface="Arial"/>
                <a:cs typeface="Arial"/>
              </a:defRPr>
            </a:lvl4pPr>
            <a:lvl5pPr algn="l">
              <a:defRPr sz="3375" b="1">
                <a:solidFill>
                  <a:srgbClr val="F5F7FB"/>
                </a:solidFill>
                <a:latin typeface="Arial"/>
                <a:ea typeface="Arial"/>
                <a:cs typeface="Arial"/>
              </a:defRPr>
            </a:lvl5pPr>
            <a:lvl6pPr algn="l">
              <a:defRPr sz="3375" b="1">
                <a:solidFill>
                  <a:srgbClr val="F5F7FB"/>
                </a:solidFill>
                <a:latin typeface="Arial"/>
                <a:ea typeface="Arial"/>
                <a:cs typeface="Arial"/>
              </a:defRPr>
            </a:lvl6pPr>
            <a:lvl7pPr algn="l">
              <a:defRPr sz="3375" b="1">
                <a:solidFill>
                  <a:srgbClr val="F5F7FB"/>
                </a:solidFill>
                <a:latin typeface="Arial"/>
                <a:ea typeface="Arial"/>
                <a:cs typeface="Arial"/>
              </a:defRPr>
            </a:lvl7pPr>
            <a:lvl8pPr algn="l">
              <a:defRPr sz="3375" b="1">
                <a:solidFill>
                  <a:srgbClr val="F5F7FB"/>
                </a:solidFill>
                <a:latin typeface="Arial"/>
                <a:ea typeface="Arial"/>
                <a:cs typeface="Arial"/>
              </a:defRPr>
            </a:lvl8pPr>
            <a:lvl9pPr algn="l">
              <a:defRPr sz="3375" b="1">
                <a:solidFill>
                  <a:srgbClr val="F5F7FB"/>
                </a:solidFill>
                <a:latin typeface="Arial"/>
                <a:ea typeface="Arial"/>
                <a:cs typeface="Arial"/>
              </a:defRPr>
            </a:lvl9pPr>
          </a:lstStyle>
          <a:p xmlns:a="http://schemas.openxmlformats.org/drawingml/2006/main">
            <a:pPr algn="l">
              <a:defRPr sz="3375" b="1">
                <a:solidFill>
                  <a:srgbClr val="F5F7FB"/>
                </a:solidFill>
                <a:latin typeface="Arial"/>
                <a:ea typeface="Arial"/>
                <a:cs typeface="Arial"/>
              </a:defRPr>
            </a:pPr>
            <a:r>
              <a:rPr sz="3375" b="1">
                <a:solidFill>
                  <a:srgbClr val="F5F7FB"/>
                </a:solidFill>
                <a:latin typeface="Arial"/>
                <a:ea typeface="Arial"/>
                <a:cs typeface="Arial"/>
              </a:rPr>
              <a:t>AMI: status and call control</a:t>
            </a:r>
          </a:p>
        </p:txBody>
      </p:sp>
      <p:sp>
        <p:nvSpPr>
          <p:cNvPr id="2" name="09">
            <a:extLst xmlns:a="http://schemas.openxmlformats.org/drawingml/2006/main">
              <a:ext uri="{FF2B5EF4-FFF2-40B4-BE49-F238E27FC236}">
                <a16:creationId xmlns:a16="http://schemas.microsoft.com/office/drawing/2014/main" id="{243408D3-885B-4E5F-90D9-5C9361C33597}"/>
              </a:ext>
            </a:extLst>
          </p:cNvPr>
          <p:cNvSpPr>
            <a:spLocks xmlns:a="http://schemas.openxmlformats.org/drawingml/2006/main" noGrp="1"/>
          </p:cNvSpPr>
          <p:nvPr/>
        </p:nvSpPr>
        <p:spPr>
          <a:xfrm xmlns:a="http://schemas.openxmlformats.org/drawingml/2006/main">
            <a:off x="11049000" y="63627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AAB9D0"/>
                </a:solidFill>
                <a:latin typeface="Arial"/>
                <a:ea typeface="Arial"/>
                <a:cs typeface="Arial"/>
              </a:defRPr>
            </a:defPPr>
            <a:lvl1pPr algn="r">
              <a:defRPr sz="1275" b="0">
                <a:solidFill>
                  <a:srgbClr val="AAB9D0"/>
                </a:solidFill>
                <a:latin typeface="Arial"/>
                <a:ea typeface="Arial"/>
                <a:cs typeface="Arial"/>
              </a:defRPr>
            </a:lvl1pPr>
            <a:lvl2pPr algn="r">
              <a:defRPr sz="1275" b="0">
                <a:solidFill>
                  <a:srgbClr val="AAB9D0"/>
                </a:solidFill>
                <a:latin typeface="Arial"/>
                <a:ea typeface="Arial"/>
                <a:cs typeface="Arial"/>
              </a:defRPr>
            </a:lvl2pPr>
            <a:lvl3pPr algn="r">
              <a:defRPr sz="1275" b="0">
                <a:solidFill>
                  <a:srgbClr val="AAB9D0"/>
                </a:solidFill>
                <a:latin typeface="Arial"/>
                <a:ea typeface="Arial"/>
                <a:cs typeface="Arial"/>
              </a:defRPr>
            </a:lvl3pPr>
            <a:lvl4pPr algn="r">
              <a:defRPr sz="1275" b="0">
                <a:solidFill>
                  <a:srgbClr val="AAB9D0"/>
                </a:solidFill>
                <a:latin typeface="Arial"/>
                <a:ea typeface="Arial"/>
                <a:cs typeface="Arial"/>
              </a:defRPr>
            </a:lvl4pPr>
            <a:lvl5pPr algn="r">
              <a:defRPr sz="1275" b="0">
                <a:solidFill>
                  <a:srgbClr val="AAB9D0"/>
                </a:solidFill>
                <a:latin typeface="Arial"/>
                <a:ea typeface="Arial"/>
                <a:cs typeface="Arial"/>
              </a:defRPr>
            </a:lvl5pPr>
            <a:lvl6pPr algn="r">
              <a:defRPr sz="1275" b="0">
                <a:solidFill>
                  <a:srgbClr val="AAB9D0"/>
                </a:solidFill>
                <a:latin typeface="Arial"/>
                <a:ea typeface="Arial"/>
                <a:cs typeface="Arial"/>
              </a:defRPr>
            </a:lvl6pPr>
            <a:lvl7pPr algn="r">
              <a:defRPr sz="1275" b="0">
                <a:solidFill>
                  <a:srgbClr val="AAB9D0"/>
                </a:solidFill>
                <a:latin typeface="Arial"/>
                <a:ea typeface="Arial"/>
                <a:cs typeface="Arial"/>
              </a:defRPr>
            </a:lvl7pPr>
            <a:lvl8pPr algn="r">
              <a:defRPr sz="1275" b="0">
                <a:solidFill>
                  <a:srgbClr val="AAB9D0"/>
                </a:solidFill>
                <a:latin typeface="Arial"/>
                <a:ea typeface="Arial"/>
                <a:cs typeface="Arial"/>
              </a:defRPr>
            </a:lvl8pPr>
            <a:lvl9pPr algn="r">
              <a:defRPr sz="1275" b="0">
                <a:solidFill>
                  <a:srgbClr val="AAB9D0"/>
                </a:solidFill>
                <a:latin typeface="Arial"/>
                <a:ea typeface="Arial"/>
                <a:cs typeface="Arial"/>
              </a:defRPr>
            </a:lvl9pPr>
          </a:lstStyle>
          <a:p xmlns:a="http://schemas.openxmlformats.org/drawingml/2006/main">
            <a:pPr algn="r">
              <a:defRPr sz="1275" b="0">
                <a:solidFill>
                  <a:srgbClr val="AAB9D0"/>
                </a:solidFill>
                <a:latin typeface="Arial"/>
                <a:ea typeface="Arial"/>
                <a:cs typeface="Arial"/>
              </a:defRPr>
            </a:pPr>
            <a:r>
              <a:rPr sz="1275" b="0">
                <a:solidFill>
                  <a:srgbClr val="AAB9D0"/>
                </a:solidFill>
                <a:latin typeface="Arial"/>
                <a:ea typeface="Arial"/>
                <a:cs typeface="Arial"/>
              </a:rPr>
              <a:t>09</a:t>
            </a:r>
          </a:p>
        </p:txBody>
      </p:sp>
      <p:sp>
        <p:nvSpPr>
          <p:cNvPr id="3" name="Home Assistant connects to PBX:5038">
            <a:extLst xmlns:a="http://schemas.openxmlformats.org/drawingml/2006/main">
              <a:ext uri="{FF2B5EF4-FFF2-40B4-BE49-F238E27FC236}">
                <a16:creationId xmlns:a16="http://schemas.microsoft.com/office/drawing/2014/main" id="{5CA22288-18F0-4C08-96E9-82CBB0DB007F}"/>
              </a:ext>
            </a:extLst>
          </p:cNvPr>
          <p:cNvSpPr>
            <a:spLocks xmlns:a="http://schemas.openxmlformats.org/drawingml/2006/main" noGrp="1"/>
          </p:cNvSpPr>
          <p:nvPr/>
        </p:nvSpPr>
        <p:spPr>
          <a:xfrm xmlns:a="http://schemas.openxmlformats.org/drawingml/2006/main">
            <a:off x="571500" y="1666875"/>
            <a:ext cx="10572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48DDCC"/>
                </a:solidFill>
                <a:latin typeface="Arial"/>
                <a:ea typeface="Arial"/>
                <a:cs typeface="Arial"/>
              </a:defRPr>
            </a:defPPr>
            <a:lvl1pPr algn="l">
              <a:defRPr sz="2550" b="1">
                <a:solidFill>
                  <a:srgbClr val="48DDCC"/>
                </a:solidFill>
                <a:latin typeface="Arial"/>
                <a:ea typeface="Arial"/>
                <a:cs typeface="Arial"/>
              </a:defRPr>
            </a:lvl1pPr>
            <a:lvl2pPr algn="l">
              <a:defRPr sz="2550" b="1">
                <a:solidFill>
                  <a:srgbClr val="48DDCC"/>
                </a:solidFill>
                <a:latin typeface="Arial"/>
                <a:ea typeface="Arial"/>
                <a:cs typeface="Arial"/>
              </a:defRPr>
            </a:lvl2pPr>
            <a:lvl3pPr algn="l">
              <a:defRPr sz="2550" b="1">
                <a:solidFill>
                  <a:srgbClr val="48DDCC"/>
                </a:solidFill>
                <a:latin typeface="Arial"/>
                <a:ea typeface="Arial"/>
                <a:cs typeface="Arial"/>
              </a:defRPr>
            </a:lvl3pPr>
            <a:lvl4pPr algn="l">
              <a:defRPr sz="2550" b="1">
                <a:solidFill>
                  <a:srgbClr val="48DDCC"/>
                </a:solidFill>
                <a:latin typeface="Arial"/>
                <a:ea typeface="Arial"/>
                <a:cs typeface="Arial"/>
              </a:defRPr>
            </a:lvl4pPr>
            <a:lvl5pPr algn="l">
              <a:defRPr sz="2550" b="1">
                <a:solidFill>
                  <a:srgbClr val="48DDCC"/>
                </a:solidFill>
                <a:latin typeface="Arial"/>
                <a:ea typeface="Arial"/>
                <a:cs typeface="Arial"/>
              </a:defRPr>
            </a:lvl5pPr>
            <a:lvl6pPr algn="l">
              <a:defRPr sz="2550" b="1">
                <a:solidFill>
                  <a:srgbClr val="48DDCC"/>
                </a:solidFill>
                <a:latin typeface="Arial"/>
                <a:ea typeface="Arial"/>
                <a:cs typeface="Arial"/>
              </a:defRPr>
            </a:lvl6pPr>
            <a:lvl7pPr algn="l">
              <a:defRPr sz="2550" b="1">
                <a:solidFill>
                  <a:srgbClr val="48DDCC"/>
                </a:solidFill>
                <a:latin typeface="Arial"/>
                <a:ea typeface="Arial"/>
                <a:cs typeface="Arial"/>
              </a:defRPr>
            </a:lvl7pPr>
            <a:lvl8pPr algn="l">
              <a:defRPr sz="2550" b="1">
                <a:solidFill>
                  <a:srgbClr val="48DDCC"/>
                </a:solidFill>
                <a:latin typeface="Arial"/>
                <a:ea typeface="Arial"/>
                <a:cs typeface="Arial"/>
              </a:defRPr>
            </a:lvl8pPr>
            <a:lvl9pPr algn="l">
              <a:defRPr sz="2550" b="1">
                <a:solidFill>
                  <a:srgbClr val="48DDCC"/>
                </a:solidFill>
                <a:latin typeface="Arial"/>
                <a:ea typeface="Arial"/>
                <a:cs typeface="Arial"/>
              </a:defRPr>
            </a:lvl9pPr>
          </a:lstStyle>
          <a:p xmlns:a="http://schemas.openxmlformats.org/drawingml/2006/main">
            <a:pPr algn="l">
              <a:defRPr sz="2550" b="1">
                <a:solidFill>
                  <a:srgbClr val="48DDCC"/>
                </a:solidFill>
                <a:latin typeface="Arial"/>
                <a:ea typeface="Arial"/>
                <a:cs typeface="Arial"/>
              </a:defRPr>
            </a:pPr>
            <a:r>
              <a:rPr sz="2550" b="1">
                <a:solidFill>
                  <a:srgbClr val="48DDCC"/>
                </a:solidFill>
                <a:latin typeface="Arial"/>
                <a:ea typeface="Arial"/>
                <a:cs typeface="Arial"/>
              </a:rPr>
              <a:t>Home Assistant connects to PBX:5038</a:t>
            </a:r>
          </a:p>
        </p:txBody>
      </p:sp>
      <p:sp>
        <p:nvSpPr>
          <p:cNvPr id="4" name="Status, connected line and DTMF&#10;Actual entity IDs from your HA in">
            <a:extLst xmlns:a="http://schemas.openxmlformats.org/drawingml/2006/main">
              <a:ext uri="{FF2B5EF4-FFF2-40B4-BE49-F238E27FC236}">
                <a16:creationId xmlns:a16="http://schemas.microsoft.com/office/drawing/2014/main" id="{7D354887-BB05-4047-A65D-28DAFDC3BEAC}"/>
              </a:ext>
            </a:extLst>
          </p:cNvPr>
          <p:cNvSpPr>
            <a:spLocks xmlns:a="http://schemas.openxmlformats.org/drawingml/2006/main" noGrp="1"/>
          </p:cNvSpPr>
          <p:nvPr/>
        </p:nvSpPr>
        <p:spPr>
          <a:xfrm xmlns:a="http://schemas.openxmlformats.org/drawingml/2006/main">
            <a:off x="571500" y="226695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F5F7FB"/>
                </a:solidFill>
                <a:latin typeface="Arial"/>
                <a:ea typeface="Arial"/>
                <a:cs typeface="Arial"/>
              </a:defRPr>
            </a:defPPr>
            <a:lvl1pPr algn="l">
              <a:defRPr sz="2175" b="0">
                <a:solidFill>
                  <a:srgbClr val="F5F7FB"/>
                </a:solidFill>
                <a:latin typeface="Arial"/>
                <a:ea typeface="Arial"/>
                <a:cs typeface="Arial"/>
              </a:defRPr>
            </a:lvl1pPr>
            <a:lvl2pPr algn="l">
              <a:defRPr sz="2175" b="0">
                <a:solidFill>
                  <a:srgbClr val="F5F7FB"/>
                </a:solidFill>
                <a:latin typeface="Arial"/>
                <a:ea typeface="Arial"/>
                <a:cs typeface="Arial"/>
              </a:defRPr>
            </a:lvl2pPr>
            <a:lvl3pPr algn="l">
              <a:defRPr sz="2175" b="0">
                <a:solidFill>
                  <a:srgbClr val="F5F7FB"/>
                </a:solidFill>
                <a:latin typeface="Arial"/>
                <a:ea typeface="Arial"/>
                <a:cs typeface="Arial"/>
              </a:defRPr>
            </a:lvl3pPr>
            <a:lvl4pPr algn="l">
              <a:defRPr sz="2175" b="0">
                <a:solidFill>
                  <a:srgbClr val="F5F7FB"/>
                </a:solidFill>
                <a:latin typeface="Arial"/>
                <a:ea typeface="Arial"/>
                <a:cs typeface="Arial"/>
              </a:defRPr>
            </a:lvl4pPr>
            <a:lvl5pPr algn="l">
              <a:defRPr sz="2175" b="0">
                <a:solidFill>
                  <a:srgbClr val="F5F7FB"/>
                </a:solidFill>
                <a:latin typeface="Arial"/>
                <a:ea typeface="Arial"/>
                <a:cs typeface="Arial"/>
              </a:defRPr>
            </a:lvl5pPr>
            <a:lvl6pPr algn="l">
              <a:defRPr sz="2175" b="0">
                <a:solidFill>
                  <a:srgbClr val="F5F7FB"/>
                </a:solidFill>
                <a:latin typeface="Arial"/>
                <a:ea typeface="Arial"/>
                <a:cs typeface="Arial"/>
              </a:defRPr>
            </a:lvl6pPr>
            <a:lvl7pPr algn="l">
              <a:defRPr sz="2175" b="0">
                <a:solidFill>
                  <a:srgbClr val="F5F7FB"/>
                </a:solidFill>
                <a:latin typeface="Arial"/>
                <a:ea typeface="Arial"/>
                <a:cs typeface="Arial"/>
              </a:defRPr>
            </a:lvl7pPr>
            <a:lvl8pPr algn="l">
              <a:defRPr sz="2175" b="0">
                <a:solidFill>
                  <a:srgbClr val="F5F7FB"/>
                </a:solidFill>
                <a:latin typeface="Arial"/>
                <a:ea typeface="Arial"/>
                <a:cs typeface="Arial"/>
              </a:defRPr>
            </a:lvl8pPr>
            <a:lvl9pPr algn="l">
              <a:defRPr sz="2175" b="0">
                <a:solidFill>
                  <a:srgbClr val="F5F7FB"/>
                </a:solidFill>
                <a:latin typeface="Arial"/>
                <a:ea typeface="Arial"/>
                <a:cs typeface="Arial"/>
              </a:defRPr>
            </a:lvl9pPr>
          </a:lstStyle>
          <a:p xmlns:a="http://schemas.openxmlformats.org/drawingml/2006/main">
            <a:pPr algn="l">
              <a:defRPr sz="2175" b="0">
                <a:solidFill>
                  <a:srgbClr val="F5F7FB"/>
                </a:solidFill>
                <a:latin typeface="Arial"/>
                <a:ea typeface="Arial"/>
                <a:cs typeface="Arial"/>
              </a:defRPr>
            </a:pPr>
            <a:r>
              <a:rPr sz="2175" b="0">
                <a:solidFill>
                  <a:srgbClr val="F5F7FB"/>
                </a:solidFill>
                <a:latin typeface="Arial"/>
                <a:ea typeface="Arial"/>
                <a:cs typeface="Arial"/>
              </a:rPr>
              <a:t>Status, connected line and DTMF</a:t>
            </a:r>
          </a:p>
          <a:p xmlns:a="http://schemas.openxmlformats.org/drawingml/2006/main">
            <a:pPr algn="l">
              <a:defRPr sz="2175" b="0">
                <a:solidFill>
                  <a:srgbClr val="F5F7FB"/>
                </a:solidFill>
                <a:latin typeface="Arial"/>
                <a:ea typeface="Arial"/>
                <a:cs typeface="Arial"/>
              </a:defRPr>
            </a:pPr>
            <a:r>
              <a:rPr sz="2175" b="0">
                <a:solidFill>
                  <a:srgbClr val="F5F7FB"/>
                </a:solidFill>
                <a:latin typeface="Arial"/>
                <a:ea typeface="Arial"/>
                <a:cs typeface="Arial"/>
              </a:rPr>
              <a:t>Actual entity IDs from your HA instance</a:t>
            </a:r>
          </a:p>
        </p:txBody>
      </p:sp>
      <p:sp>
        <p:nvSpPr>
          <p:cNvPr id="5" name="Place calls and hang up a specific channel">
            <a:extLst xmlns:a="http://schemas.openxmlformats.org/drawingml/2006/main">
              <a:ext uri="{FF2B5EF4-FFF2-40B4-BE49-F238E27FC236}">
                <a16:creationId xmlns:a16="http://schemas.microsoft.com/office/drawing/2014/main" id="{9851AD32-EF0E-46A2-89CD-512788629A72}"/>
              </a:ext>
            </a:extLst>
          </p:cNvPr>
          <p:cNvSpPr>
            <a:spLocks xmlns:a="http://schemas.openxmlformats.org/drawingml/2006/main" noGrp="1"/>
          </p:cNvSpPr>
          <p:nvPr/>
        </p:nvSpPr>
        <p:spPr>
          <a:xfrm xmlns:a="http://schemas.openxmlformats.org/drawingml/2006/main">
            <a:off x="571500" y="3667125"/>
            <a:ext cx="10572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F7CB64"/>
                </a:solidFill>
                <a:latin typeface="Arial"/>
                <a:ea typeface="Arial"/>
                <a:cs typeface="Arial"/>
              </a:defRPr>
            </a:defPPr>
            <a:lvl1pPr algn="l">
              <a:defRPr sz="2475" b="1">
                <a:solidFill>
                  <a:srgbClr val="F7CB64"/>
                </a:solidFill>
                <a:latin typeface="Arial"/>
                <a:ea typeface="Arial"/>
                <a:cs typeface="Arial"/>
              </a:defRPr>
            </a:lvl1pPr>
            <a:lvl2pPr algn="l">
              <a:defRPr sz="2475" b="1">
                <a:solidFill>
                  <a:srgbClr val="F7CB64"/>
                </a:solidFill>
                <a:latin typeface="Arial"/>
                <a:ea typeface="Arial"/>
                <a:cs typeface="Arial"/>
              </a:defRPr>
            </a:lvl2pPr>
            <a:lvl3pPr algn="l">
              <a:defRPr sz="2475" b="1">
                <a:solidFill>
                  <a:srgbClr val="F7CB64"/>
                </a:solidFill>
                <a:latin typeface="Arial"/>
                <a:ea typeface="Arial"/>
                <a:cs typeface="Arial"/>
              </a:defRPr>
            </a:lvl3pPr>
            <a:lvl4pPr algn="l">
              <a:defRPr sz="2475" b="1">
                <a:solidFill>
                  <a:srgbClr val="F7CB64"/>
                </a:solidFill>
                <a:latin typeface="Arial"/>
                <a:ea typeface="Arial"/>
                <a:cs typeface="Arial"/>
              </a:defRPr>
            </a:lvl4pPr>
            <a:lvl5pPr algn="l">
              <a:defRPr sz="2475" b="1">
                <a:solidFill>
                  <a:srgbClr val="F7CB64"/>
                </a:solidFill>
                <a:latin typeface="Arial"/>
                <a:ea typeface="Arial"/>
                <a:cs typeface="Arial"/>
              </a:defRPr>
            </a:lvl5pPr>
            <a:lvl6pPr algn="l">
              <a:defRPr sz="2475" b="1">
                <a:solidFill>
                  <a:srgbClr val="F7CB64"/>
                </a:solidFill>
                <a:latin typeface="Arial"/>
                <a:ea typeface="Arial"/>
                <a:cs typeface="Arial"/>
              </a:defRPr>
            </a:lvl6pPr>
            <a:lvl7pPr algn="l">
              <a:defRPr sz="2475" b="1">
                <a:solidFill>
                  <a:srgbClr val="F7CB64"/>
                </a:solidFill>
                <a:latin typeface="Arial"/>
                <a:ea typeface="Arial"/>
                <a:cs typeface="Arial"/>
              </a:defRPr>
            </a:lvl7pPr>
            <a:lvl8pPr algn="l">
              <a:defRPr sz="2475" b="1">
                <a:solidFill>
                  <a:srgbClr val="F7CB64"/>
                </a:solidFill>
                <a:latin typeface="Arial"/>
                <a:ea typeface="Arial"/>
                <a:cs typeface="Arial"/>
              </a:defRPr>
            </a:lvl8pPr>
            <a:lvl9pPr algn="l">
              <a:defRPr sz="2475" b="1">
                <a:solidFill>
                  <a:srgbClr val="F7CB64"/>
                </a:solidFill>
                <a:latin typeface="Arial"/>
                <a:ea typeface="Arial"/>
                <a:cs typeface="Arial"/>
              </a:defRPr>
            </a:lvl9pPr>
          </a:lstStyle>
          <a:p xmlns:a="http://schemas.openxmlformats.org/drawingml/2006/main">
            <a:pPr algn="l">
              <a:defRPr sz="2475" b="1">
                <a:solidFill>
                  <a:srgbClr val="F7CB64"/>
                </a:solidFill>
                <a:latin typeface="Arial"/>
                <a:ea typeface="Arial"/>
                <a:cs typeface="Arial"/>
              </a:defRPr>
            </a:pPr>
            <a:r>
              <a:rPr sz="2475" b="1">
                <a:solidFill>
                  <a:srgbClr val="F7CB64"/>
                </a:solidFill>
                <a:latin typeface="Arial"/>
                <a:ea typeface="Arial"/>
                <a:cs typeface="Arial"/>
              </a:rPr>
              <a:t>Place calls and hang up a specific channel</a:t>
            </a:r>
          </a:p>
        </p:txBody>
      </p:sp>
      <p:sp>
        <p:nvSpPr>
          <p:cNvPr id="6" name="asterisk.send_action: Originate / Hangup&#10;The DTMF example sends a">
            <a:extLst xmlns:a="http://schemas.openxmlformats.org/drawingml/2006/main">
              <a:ext uri="{FF2B5EF4-FFF2-40B4-BE49-F238E27FC236}">
                <a16:creationId xmlns:a16="http://schemas.microsoft.com/office/drawing/2014/main" id="{8920144E-D3C1-4728-9CF0-E0F11BB61950}"/>
              </a:ext>
            </a:extLst>
          </p:cNvPr>
          <p:cNvSpPr>
            <a:spLocks xmlns:a="http://schemas.openxmlformats.org/drawingml/2006/main" noGrp="1"/>
          </p:cNvSpPr>
          <p:nvPr/>
        </p:nvSpPr>
        <p:spPr>
          <a:xfrm xmlns:a="http://schemas.openxmlformats.org/drawingml/2006/main">
            <a:off x="571500" y="4295775"/>
            <a:ext cx="1057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F5F7FB"/>
                </a:solidFill>
                <a:latin typeface="Arial"/>
                <a:ea typeface="Arial"/>
                <a:cs typeface="Arial"/>
              </a:defRPr>
            </a:defPPr>
            <a:lvl1pPr algn="l">
              <a:defRPr sz="2100" b="0">
                <a:solidFill>
                  <a:srgbClr val="F5F7FB"/>
                </a:solidFill>
                <a:latin typeface="Arial"/>
                <a:ea typeface="Arial"/>
                <a:cs typeface="Arial"/>
              </a:defRPr>
            </a:lvl1pPr>
            <a:lvl2pPr algn="l">
              <a:defRPr sz="2100" b="0">
                <a:solidFill>
                  <a:srgbClr val="F5F7FB"/>
                </a:solidFill>
                <a:latin typeface="Arial"/>
                <a:ea typeface="Arial"/>
                <a:cs typeface="Arial"/>
              </a:defRPr>
            </a:lvl2pPr>
            <a:lvl3pPr algn="l">
              <a:defRPr sz="2100" b="0">
                <a:solidFill>
                  <a:srgbClr val="F5F7FB"/>
                </a:solidFill>
                <a:latin typeface="Arial"/>
                <a:ea typeface="Arial"/>
                <a:cs typeface="Arial"/>
              </a:defRPr>
            </a:lvl3pPr>
            <a:lvl4pPr algn="l">
              <a:defRPr sz="2100" b="0">
                <a:solidFill>
                  <a:srgbClr val="F5F7FB"/>
                </a:solidFill>
                <a:latin typeface="Arial"/>
                <a:ea typeface="Arial"/>
                <a:cs typeface="Arial"/>
              </a:defRPr>
            </a:lvl4pPr>
            <a:lvl5pPr algn="l">
              <a:defRPr sz="2100" b="0">
                <a:solidFill>
                  <a:srgbClr val="F5F7FB"/>
                </a:solidFill>
                <a:latin typeface="Arial"/>
                <a:ea typeface="Arial"/>
                <a:cs typeface="Arial"/>
              </a:defRPr>
            </a:lvl5pPr>
            <a:lvl6pPr algn="l">
              <a:defRPr sz="2100" b="0">
                <a:solidFill>
                  <a:srgbClr val="F5F7FB"/>
                </a:solidFill>
                <a:latin typeface="Arial"/>
                <a:ea typeface="Arial"/>
                <a:cs typeface="Arial"/>
              </a:defRPr>
            </a:lvl6pPr>
            <a:lvl7pPr algn="l">
              <a:defRPr sz="2100" b="0">
                <a:solidFill>
                  <a:srgbClr val="F5F7FB"/>
                </a:solidFill>
                <a:latin typeface="Arial"/>
                <a:ea typeface="Arial"/>
                <a:cs typeface="Arial"/>
              </a:defRPr>
            </a:lvl7pPr>
            <a:lvl8pPr algn="l">
              <a:defRPr sz="2100" b="0">
                <a:solidFill>
                  <a:srgbClr val="F5F7FB"/>
                </a:solidFill>
                <a:latin typeface="Arial"/>
                <a:ea typeface="Arial"/>
                <a:cs typeface="Arial"/>
              </a:defRPr>
            </a:lvl8pPr>
            <a:lvl9pPr algn="l">
              <a:defRPr sz="2100" b="0">
                <a:solidFill>
                  <a:srgbClr val="F5F7FB"/>
                </a:solidFill>
                <a:latin typeface="Arial"/>
                <a:ea typeface="Arial"/>
                <a:cs typeface="Arial"/>
              </a:defRPr>
            </a:lvl9pPr>
          </a:lstStyle>
          <a:p xmlns:a="http://schemas.openxmlformats.org/drawingml/2006/main">
            <a:pPr algn="l">
              <a:defRPr sz="2100" b="0">
                <a:solidFill>
                  <a:srgbClr val="F5F7FB"/>
                </a:solidFill>
                <a:latin typeface="Arial"/>
                <a:ea typeface="Arial"/>
                <a:cs typeface="Arial"/>
              </a:defRPr>
            </a:pPr>
            <a:r>
              <a:rPr sz="2100" b="0">
                <a:solidFill>
                  <a:srgbClr val="F5F7FB"/>
                </a:solidFill>
                <a:latin typeface="Arial"/>
                <a:ea typeface="Arial"/>
                <a:cs typeface="Arial"/>
              </a:rPr>
              <a:t>asterisk.send_action: Originate / Hangup</a:t>
            </a:r>
          </a:p>
          <a:p xmlns:a="http://schemas.openxmlformats.org/drawingml/2006/main">
            <a:pPr algn="l">
              <a:defRPr sz="2100" b="0">
                <a:solidFill>
                  <a:srgbClr val="F5F7FB"/>
                </a:solidFill>
                <a:latin typeface="Arial"/>
                <a:ea typeface="Arial"/>
                <a:cs typeface="Arial"/>
              </a:defRPr>
            </a:pPr>
            <a:r>
              <a:rPr sz="2100" b="0">
                <a:solidFill>
                  <a:srgbClr val="F5F7FB"/>
                </a:solidFill>
                <a:latin typeface="Arial"/>
                <a:ea typeface="Arial"/>
                <a:cs typeface="Arial"/>
              </a:rPr>
              <a:t>The DTMF example sends a harmless notification</a:t>
            </a:r>
          </a:p>
        </p:txBody>
      </p:sp>
      <p:sp>
        <p:nvSpPr>
          <p:cNvPr id="7" name="Use a separate secret and a /32 ACL. The system permission allows">
            <a:extLst xmlns:a="http://schemas.openxmlformats.org/drawingml/2006/main">
              <a:ext uri="{FF2B5EF4-FFF2-40B4-BE49-F238E27FC236}">
                <a16:creationId xmlns:a16="http://schemas.microsoft.com/office/drawing/2014/main" id="{4B850F33-A33F-4582-80A2-A3B31CF56DE4}"/>
              </a:ext>
            </a:extLst>
          </p:cNvPr>
          <p:cNvSpPr>
            <a:spLocks xmlns:a="http://schemas.openxmlformats.org/drawingml/2006/main" noGrp="1"/>
          </p:cNvSpPr>
          <p:nvPr/>
        </p:nvSpPr>
        <p:spPr>
          <a:xfrm xmlns:a="http://schemas.openxmlformats.org/drawingml/2006/main">
            <a:off x="571500" y="5953125"/>
            <a:ext cx="10191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AAB9D0"/>
                </a:solidFill>
                <a:latin typeface="Arial"/>
                <a:ea typeface="Arial"/>
                <a:cs typeface="Arial"/>
              </a:defRPr>
            </a:defPPr>
            <a:lvl1pPr algn="l">
              <a:defRPr sz="1425" b="0">
                <a:solidFill>
                  <a:srgbClr val="AAB9D0"/>
                </a:solidFill>
                <a:latin typeface="Arial"/>
                <a:ea typeface="Arial"/>
                <a:cs typeface="Arial"/>
              </a:defRPr>
            </a:lvl1pPr>
            <a:lvl2pPr algn="l">
              <a:defRPr sz="1425" b="0">
                <a:solidFill>
                  <a:srgbClr val="AAB9D0"/>
                </a:solidFill>
                <a:latin typeface="Arial"/>
                <a:ea typeface="Arial"/>
                <a:cs typeface="Arial"/>
              </a:defRPr>
            </a:lvl2pPr>
            <a:lvl3pPr algn="l">
              <a:defRPr sz="1425" b="0">
                <a:solidFill>
                  <a:srgbClr val="AAB9D0"/>
                </a:solidFill>
                <a:latin typeface="Arial"/>
                <a:ea typeface="Arial"/>
                <a:cs typeface="Arial"/>
              </a:defRPr>
            </a:lvl3pPr>
            <a:lvl4pPr algn="l">
              <a:defRPr sz="1425" b="0">
                <a:solidFill>
                  <a:srgbClr val="AAB9D0"/>
                </a:solidFill>
                <a:latin typeface="Arial"/>
                <a:ea typeface="Arial"/>
                <a:cs typeface="Arial"/>
              </a:defRPr>
            </a:lvl4pPr>
            <a:lvl5pPr algn="l">
              <a:defRPr sz="1425" b="0">
                <a:solidFill>
                  <a:srgbClr val="AAB9D0"/>
                </a:solidFill>
                <a:latin typeface="Arial"/>
                <a:ea typeface="Arial"/>
                <a:cs typeface="Arial"/>
              </a:defRPr>
            </a:lvl5pPr>
            <a:lvl6pPr algn="l">
              <a:defRPr sz="1425" b="0">
                <a:solidFill>
                  <a:srgbClr val="AAB9D0"/>
                </a:solidFill>
                <a:latin typeface="Arial"/>
                <a:ea typeface="Arial"/>
                <a:cs typeface="Arial"/>
              </a:defRPr>
            </a:lvl6pPr>
            <a:lvl7pPr algn="l">
              <a:defRPr sz="1425" b="0">
                <a:solidFill>
                  <a:srgbClr val="AAB9D0"/>
                </a:solidFill>
                <a:latin typeface="Arial"/>
                <a:ea typeface="Arial"/>
                <a:cs typeface="Arial"/>
              </a:defRPr>
            </a:lvl7pPr>
            <a:lvl8pPr algn="l">
              <a:defRPr sz="1425" b="0">
                <a:solidFill>
                  <a:srgbClr val="AAB9D0"/>
                </a:solidFill>
                <a:latin typeface="Arial"/>
                <a:ea typeface="Arial"/>
                <a:cs typeface="Arial"/>
              </a:defRPr>
            </a:lvl8pPr>
            <a:lvl9pPr algn="l">
              <a:defRPr sz="1425" b="0">
                <a:solidFill>
                  <a:srgbClr val="AAB9D0"/>
                </a:solidFill>
                <a:latin typeface="Arial"/>
                <a:ea typeface="Arial"/>
                <a:cs typeface="Arial"/>
              </a:defRPr>
            </a:lvl9pPr>
          </a:lstStyle>
          <a:p xmlns:a="http://schemas.openxmlformats.org/drawingml/2006/main">
            <a:pPr algn="l">
              <a:defRPr sz="1425" b="0">
                <a:solidFill>
                  <a:srgbClr val="AAB9D0"/>
                </a:solidFill>
                <a:latin typeface="Arial"/>
                <a:ea typeface="Arial"/>
                <a:cs typeface="Arial"/>
              </a:defRPr>
            </a:pPr>
            <a:r>
              <a:rPr sz="1425" b="0">
                <a:solidFill>
                  <a:srgbClr val="AAB9D0"/>
                </a:solidFill>
                <a:latin typeface="Arial"/>
                <a:ea typeface="Arial"/>
                <a:cs typeface="Arial"/>
              </a:rPr>
              <a:t>Use a separate secret and a /32 ACL. The system permission allows administrative actions.</a:t>
            </a:r>
          </a:p>
        </p:txBody>
      </p:sp>
    </p:spTree>
    <p:extLst>
      <p:ext uri="{BB962C8B-B14F-4D97-AF65-F5344CB8AC3E}">
        <p14:creationId xmlns:p14="http://schemas.microsoft.com/office/powerpoint/2010/main" val="1227120495"/>
      </p:ext>
    </p:extLst>
  </p:cSld>
</p:sld>
</file>

<file path=ppt/slides/slide10.xml><?xml version="1.0" encoding="utf-8"?>
<p:sld xmlns:p="http://schemas.openxmlformats.org/presentationml/2006/main">
  <p:cSld>
    <p:bg>
      <p:bgPr>
        <a:solidFill xmlns:a="http://schemas.openxmlformats.org/drawingml/2006/main">
          <a:srgbClr val="101C34"/>
        </a:solidFill>
      </p:bgPr>
    </p:bg>
    <p:spTree>
      <p:nvGrpSpPr>
        <p:cNvPr id="1" name=""/>
        <p:cNvGrpSpPr/>
        <p:nvPr/>
      </p:nvGrpSpPr>
      <p:grpSpPr>
        <a:xfrm xmlns:a="http://schemas.openxmlformats.org/drawingml/2006/main"/>
      </p:grpSpPr>
      <p:cxnSp>
        <p:nvCxnSpPr>
          <p:cNvPr id="8" name="">
            <a:extLst xmlns:a="http://schemas.openxmlformats.org/drawingml/2006/main">
              <a:ext uri="{FF2B5EF4-FFF2-40B4-BE49-F238E27FC236}">
                <a16:creationId xmlns:a16="http://schemas.microsoft.com/office/drawing/2014/main" id="{F521C505-36E1-4E87-8BC1-72D671DD3AFE}"/>
              </a:ext>
            </a:extLst>
          </p:cNvPr>
          <p:cNvCxnSpPr>
            <a:stCxn xmlns:a="http://schemas.openxmlformats.org/drawingml/2006/main" id="4" idx="3"/>
            <a:endCxn xmlns:a="http://schemas.openxmlformats.org/drawingml/2006/main" id="5" idx="1"/>
          </p:cNvCxnSpPr>
          <p:nvPr/>
        </p:nvCxnSpPr>
        <p:spPr>
          <a:xfrm xmlns:a="http://schemas.openxmlformats.org/drawingml/2006/main">
            <a:off x="7424738" y="2733675"/>
            <a:ext cx="1328737" cy="0"/>
          </a:xfrm>
          <a:prstGeom xmlns:a="http://schemas.openxmlformats.org/drawingml/2006/main" prst="straightConnector1">
            <a:avLst/>
          </a:prstGeom>
          <a:ln xmlns:a="http://schemas.openxmlformats.org/drawingml/2006/main" w="28575">
            <a:solidFill>
              <a:srgbClr val="F7CB64"/>
            </a:solidFill>
            <a:headEnd type="triangle" w="sm" len="sm"/>
            <a:tailEnd type="triangle" w="sm" len="sm"/>
          </a:ln>
        </p:spPr>
      </p:cxnSp>
      <p:cxnSp>
        <p:nvCxnSpPr>
          <p:cNvPr id="6" name="">
            <a:extLst xmlns:a="http://schemas.openxmlformats.org/drawingml/2006/main">
              <a:ext uri="{FF2B5EF4-FFF2-40B4-BE49-F238E27FC236}">
                <a16:creationId xmlns:a16="http://schemas.microsoft.com/office/drawing/2014/main" id="{1E38F488-A600-4314-9EF0-A6400AD98CF9}"/>
              </a:ext>
            </a:extLst>
          </p:cNvPr>
          <p:cNvCxnSpPr>
            <a:stCxn xmlns:a="http://schemas.openxmlformats.org/drawingml/2006/main" id="3" idx="3"/>
            <a:endCxn xmlns:a="http://schemas.openxmlformats.org/drawingml/2006/main" id="4" idx="1"/>
          </p:cNvCxnSpPr>
          <p:nvPr/>
        </p:nvCxnSpPr>
        <p:spPr>
          <a:xfrm xmlns:a="http://schemas.openxmlformats.org/drawingml/2006/main">
            <a:off x="3395663" y="2733675"/>
            <a:ext cx="1328737" cy="0"/>
          </a:xfrm>
          <a:prstGeom xmlns:a="http://schemas.openxmlformats.org/drawingml/2006/main" prst="straightConnector1">
            <a:avLst/>
          </a:prstGeom>
          <a:ln xmlns:a="http://schemas.openxmlformats.org/drawingml/2006/main" w="28575">
            <a:solidFill>
              <a:srgbClr val="48DDCC"/>
            </a:solidFill>
            <a:headEnd type="triangle" w="sm" len="sm"/>
            <a:tailEnd type="triangle" w="sm" len="sm"/>
          </a:ln>
        </p:spPr>
      </p:cxnSp>
      <p:sp>
        <p:nvSpPr>
          <p:cNvPr id="12" name="630: voice assistant on the phone">
            <a:extLst xmlns:a="http://schemas.openxmlformats.org/drawingml/2006/main">
              <a:ext uri="{FF2B5EF4-FFF2-40B4-BE49-F238E27FC236}">
                <a16:creationId xmlns:a16="http://schemas.microsoft.com/office/drawing/2014/main" id="{A3071B19-1F81-4062-B157-55ED488911AA}"/>
              </a:ext>
            </a:extLst>
          </p:cNvPr>
          <p:cNvSpPr>
            <a:spLocks xmlns:a="http://schemas.openxmlformats.org/drawingml/2006/main" noGrp="1"/>
          </p:cNvSpPr>
          <p:nvPr/>
        </p:nvSpPr>
        <p:spPr>
          <a:xfrm xmlns:a="http://schemas.openxmlformats.org/drawingml/2006/main">
            <a:off x="571500" y="41910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75" b="1">
                <a:solidFill>
                  <a:srgbClr val="F5F7FB"/>
                </a:solidFill>
                <a:latin typeface="Arial"/>
                <a:ea typeface="Arial"/>
                <a:cs typeface="Arial"/>
              </a:defRPr>
            </a:defPPr>
            <a:lvl1pPr algn="l">
              <a:defRPr sz="3375" b="1">
                <a:solidFill>
                  <a:srgbClr val="F5F7FB"/>
                </a:solidFill>
                <a:latin typeface="Arial"/>
                <a:ea typeface="Arial"/>
                <a:cs typeface="Arial"/>
              </a:defRPr>
            </a:lvl1pPr>
            <a:lvl2pPr algn="l">
              <a:defRPr sz="3375" b="1">
                <a:solidFill>
                  <a:srgbClr val="F5F7FB"/>
                </a:solidFill>
                <a:latin typeface="Arial"/>
                <a:ea typeface="Arial"/>
                <a:cs typeface="Arial"/>
              </a:defRPr>
            </a:lvl2pPr>
            <a:lvl3pPr algn="l">
              <a:defRPr sz="3375" b="1">
                <a:solidFill>
                  <a:srgbClr val="F5F7FB"/>
                </a:solidFill>
                <a:latin typeface="Arial"/>
                <a:ea typeface="Arial"/>
                <a:cs typeface="Arial"/>
              </a:defRPr>
            </a:lvl3pPr>
            <a:lvl4pPr algn="l">
              <a:defRPr sz="3375" b="1">
                <a:solidFill>
                  <a:srgbClr val="F5F7FB"/>
                </a:solidFill>
                <a:latin typeface="Arial"/>
                <a:ea typeface="Arial"/>
                <a:cs typeface="Arial"/>
              </a:defRPr>
            </a:lvl4pPr>
            <a:lvl5pPr algn="l">
              <a:defRPr sz="3375" b="1">
                <a:solidFill>
                  <a:srgbClr val="F5F7FB"/>
                </a:solidFill>
                <a:latin typeface="Arial"/>
                <a:ea typeface="Arial"/>
                <a:cs typeface="Arial"/>
              </a:defRPr>
            </a:lvl5pPr>
            <a:lvl6pPr algn="l">
              <a:defRPr sz="3375" b="1">
                <a:solidFill>
                  <a:srgbClr val="F5F7FB"/>
                </a:solidFill>
                <a:latin typeface="Arial"/>
                <a:ea typeface="Arial"/>
                <a:cs typeface="Arial"/>
              </a:defRPr>
            </a:lvl6pPr>
            <a:lvl7pPr algn="l">
              <a:defRPr sz="3375" b="1">
                <a:solidFill>
                  <a:srgbClr val="F5F7FB"/>
                </a:solidFill>
                <a:latin typeface="Arial"/>
                <a:ea typeface="Arial"/>
                <a:cs typeface="Arial"/>
              </a:defRPr>
            </a:lvl7pPr>
            <a:lvl8pPr algn="l">
              <a:defRPr sz="3375" b="1">
                <a:solidFill>
                  <a:srgbClr val="F5F7FB"/>
                </a:solidFill>
                <a:latin typeface="Arial"/>
                <a:ea typeface="Arial"/>
                <a:cs typeface="Arial"/>
              </a:defRPr>
            </a:lvl8pPr>
            <a:lvl9pPr algn="l">
              <a:defRPr sz="3375" b="1">
                <a:solidFill>
                  <a:srgbClr val="F5F7FB"/>
                </a:solidFill>
                <a:latin typeface="Arial"/>
                <a:ea typeface="Arial"/>
                <a:cs typeface="Arial"/>
              </a:defRPr>
            </a:lvl9pPr>
          </a:lstStyle>
          <a:p xmlns:a="http://schemas.openxmlformats.org/drawingml/2006/main">
            <a:pPr algn="l">
              <a:defRPr sz="3375" b="1">
                <a:solidFill>
                  <a:srgbClr val="F5F7FB"/>
                </a:solidFill>
                <a:latin typeface="Arial"/>
                <a:ea typeface="Arial"/>
                <a:cs typeface="Arial"/>
              </a:defRPr>
            </a:pPr>
            <a:r>
              <a:rPr sz="3375" b="1">
                <a:solidFill>
                  <a:srgbClr val="F5F7FB"/>
                </a:solidFill>
                <a:latin typeface="Arial"/>
                <a:ea typeface="Arial"/>
                <a:cs typeface="Arial"/>
              </a:rPr>
              <a:t>630: voice assistant on the phone</a:t>
            </a:r>
          </a:p>
        </p:txBody>
      </p:sp>
      <p:sp>
        <p:nvSpPr>
          <p:cNvPr id="2" name="10">
            <a:extLst xmlns:a="http://schemas.openxmlformats.org/drawingml/2006/main">
              <a:ext uri="{FF2B5EF4-FFF2-40B4-BE49-F238E27FC236}">
                <a16:creationId xmlns:a16="http://schemas.microsoft.com/office/drawing/2014/main" id="{9C581FD3-F65A-4266-B97A-3AEB33BDC907}"/>
              </a:ext>
            </a:extLst>
          </p:cNvPr>
          <p:cNvSpPr>
            <a:spLocks xmlns:a="http://schemas.openxmlformats.org/drawingml/2006/main" noGrp="1"/>
          </p:cNvSpPr>
          <p:nvPr/>
        </p:nvSpPr>
        <p:spPr>
          <a:xfrm xmlns:a="http://schemas.openxmlformats.org/drawingml/2006/main">
            <a:off x="11049000" y="63627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AAB9D0"/>
                </a:solidFill>
                <a:latin typeface="Arial"/>
                <a:ea typeface="Arial"/>
                <a:cs typeface="Arial"/>
              </a:defRPr>
            </a:defPPr>
            <a:lvl1pPr algn="r">
              <a:defRPr sz="1275" b="0">
                <a:solidFill>
                  <a:srgbClr val="AAB9D0"/>
                </a:solidFill>
                <a:latin typeface="Arial"/>
                <a:ea typeface="Arial"/>
                <a:cs typeface="Arial"/>
              </a:defRPr>
            </a:lvl1pPr>
            <a:lvl2pPr algn="r">
              <a:defRPr sz="1275" b="0">
                <a:solidFill>
                  <a:srgbClr val="AAB9D0"/>
                </a:solidFill>
                <a:latin typeface="Arial"/>
                <a:ea typeface="Arial"/>
                <a:cs typeface="Arial"/>
              </a:defRPr>
            </a:lvl2pPr>
            <a:lvl3pPr algn="r">
              <a:defRPr sz="1275" b="0">
                <a:solidFill>
                  <a:srgbClr val="AAB9D0"/>
                </a:solidFill>
                <a:latin typeface="Arial"/>
                <a:ea typeface="Arial"/>
                <a:cs typeface="Arial"/>
              </a:defRPr>
            </a:lvl3pPr>
            <a:lvl4pPr algn="r">
              <a:defRPr sz="1275" b="0">
                <a:solidFill>
                  <a:srgbClr val="AAB9D0"/>
                </a:solidFill>
                <a:latin typeface="Arial"/>
                <a:ea typeface="Arial"/>
                <a:cs typeface="Arial"/>
              </a:defRPr>
            </a:lvl4pPr>
            <a:lvl5pPr algn="r">
              <a:defRPr sz="1275" b="0">
                <a:solidFill>
                  <a:srgbClr val="AAB9D0"/>
                </a:solidFill>
                <a:latin typeface="Arial"/>
                <a:ea typeface="Arial"/>
                <a:cs typeface="Arial"/>
              </a:defRPr>
            </a:lvl5pPr>
            <a:lvl6pPr algn="r">
              <a:defRPr sz="1275" b="0">
                <a:solidFill>
                  <a:srgbClr val="AAB9D0"/>
                </a:solidFill>
                <a:latin typeface="Arial"/>
                <a:ea typeface="Arial"/>
                <a:cs typeface="Arial"/>
              </a:defRPr>
            </a:lvl6pPr>
            <a:lvl7pPr algn="r">
              <a:defRPr sz="1275" b="0">
                <a:solidFill>
                  <a:srgbClr val="AAB9D0"/>
                </a:solidFill>
                <a:latin typeface="Arial"/>
                <a:ea typeface="Arial"/>
                <a:cs typeface="Arial"/>
              </a:defRPr>
            </a:lvl7pPr>
            <a:lvl8pPr algn="r">
              <a:defRPr sz="1275" b="0">
                <a:solidFill>
                  <a:srgbClr val="AAB9D0"/>
                </a:solidFill>
                <a:latin typeface="Arial"/>
                <a:ea typeface="Arial"/>
                <a:cs typeface="Arial"/>
              </a:defRPr>
            </a:lvl8pPr>
            <a:lvl9pPr algn="r">
              <a:defRPr sz="1275" b="0">
                <a:solidFill>
                  <a:srgbClr val="AAB9D0"/>
                </a:solidFill>
                <a:latin typeface="Arial"/>
                <a:ea typeface="Arial"/>
                <a:cs typeface="Arial"/>
              </a:defRPr>
            </a:lvl9pPr>
          </a:lstStyle>
          <a:p xmlns:a="http://schemas.openxmlformats.org/drawingml/2006/main">
            <a:pPr algn="r">
              <a:defRPr sz="1275" b="0">
                <a:solidFill>
                  <a:srgbClr val="AAB9D0"/>
                </a:solidFill>
                <a:latin typeface="Arial"/>
                <a:ea typeface="Arial"/>
                <a:cs typeface="Arial"/>
              </a:defRPr>
            </a:pPr>
            <a:r>
              <a:rPr sz="1275" b="0">
                <a:solidFill>
                  <a:srgbClr val="AAB9D0"/>
                </a:solidFill>
                <a:latin typeface="Arial"/>
                <a:ea typeface="Arial"/>
                <a:cs typeface="Arial"/>
              </a:rPr>
              <a:t>10</a:t>
            </a:r>
          </a:p>
        </p:txBody>
      </p:sp>
      <p:sp>
        <p:nvSpPr>
          <p:cNvPr id="3" name="cisco">
            <a:extLst xmlns:a="http://schemas.openxmlformats.org/drawingml/2006/main">
              <a:ext uri="{FF2B5EF4-FFF2-40B4-BE49-F238E27FC236}">
                <a16:creationId xmlns:a16="http://schemas.microsoft.com/office/drawing/2014/main" id="{7B30323E-4F58-418D-AF3C-78AC0DBEECEE}"/>
              </a:ext>
            </a:extLst>
          </p:cNvPr>
          <p:cNvSpPr>
            <a:spLocks xmlns:a="http://schemas.openxmlformats.org/drawingml/2006/main" noGrp="1"/>
          </p:cNvSpPr>
          <p:nvPr/>
        </p:nvSpPr>
        <p:spPr>
          <a:xfrm xmlns:a="http://schemas.openxmlformats.org/drawingml/2006/main">
            <a:off x="995363" y="2133600"/>
            <a:ext cx="2400300" cy="1200150"/>
          </a:xfrm>
          <a:prstGeom xmlns:a="http://schemas.openxmlformats.org/drawingml/2006/main" prst="roundRect">
            <a:avLst>
              <a:gd name="adj" fmla="val 7937"/>
            </a:avLst>
          </a:prstGeom>
          <a:solidFill xmlns:a="http://schemas.openxmlformats.org/drawingml/2006/main">
            <a:srgbClr val="172841"/>
          </a:solidFill>
          <a:ln xmlns:a="http://schemas.openxmlformats.org/drawingml/2006/main" w="19050">
            <a:solidFill>
              <a:srgbClr val="48DDCC"/>
            </a:solidFill>
          </a:ln>
        </p:spPr>
        <p:txBody>
          <a:bodyPr xmlns:a="http://schemas.openxmlformats.org/drawingml/2006/main" lIns="76200" tIns="76200" rIns="76200" bIns="76200" anchor="ctr">
            <a:noAutofit/>
          </a:bodyPr>
          <a:lstStyle xmlns:a="http://schemas.openxmlformats.org/drawingml/2006/main">
            <a:defPPr algn="ctr">
              <a:defRPr sz="1620" b="1">
                <a:solidFill>
                  <a:srgbClr val="F5F7FB"/>
                </a:solidFill>
                <a:latin typeface="Arial"/>
                <a:ea typeface="Arial"/>
                <a:cs typeface="Arial"/>
              </a:defRPr>
            </a:defPPr>
            <a:lvl1pPr algn="ctr">
              <a:defRPr sz="1620" b="1">
                <a:solidFill>
                  <a:srgbClr val="F5F7FB"/>
                </a:solidFill>
                <a:latin typeface="Arial"/>
                <a:ea typeface="Arial"/>
                <a:cs typeface="Arial"/>
              </a:defRPr>
            </a:lvl1pPr>
            <a:lvl2pPr algn="ctr">
              <a:defRPr sz="1620" b="1">
                <a:solidFill>
                  <a:srgbClr val="F5F7FB"/>
                </a:solidFill>
                <a:latin typeface="Arial"/>
                <a:ea typeface="Arial"/>
                <a:cs typeface="Arial"/>
              </a:defRPr>
            </a:lvl2pPr>
            <a:lvl3pPr algn="ctr">
              <a:defRPr sz="1620" b="1">
                <a:solidFill>
                  <a:srgbClr val="F5F7FB"/>
                </a:solidFill>
                <a:latin typeface="Arial"/>
                <a:ea typeface="Arial"/>
                <a:cs typeface="Arial"/>
              </a:defRPr>
            </a:lvl3pPr>
            <a:lvl4pPr algn="ctr">
              <a:defRPr sz="1620" b="1">
                <a:solidFill>
                  <a:srgbClr val="F5F7FB"/>
                </a:solidFill>
                <a:latin typeface="Arial"/>
                <a:ea typeface="Arial"/>
                <a:cs typeface="Arial"/>
              </a:defRPr>
            </a:lvl4pPr>
            <a:lvl5pPr algn="ctr">
              <a:defRPr sz="1620" b="1">
                <a:solidFill>
                  <a:srgbClr val="F5F7FB"/>
                </a:solidFill>
                <a:latin typeface="Arial"/>
                <a:ea typeface="Arial"/>
                <a:cs typeface="Arial"/>
              </a:defRPr>
            </a:lvl5pPr>
            <a:lvl6pPr algn="ctr">
              <a:defRPr sz="1620" b="1">
                <a:solidFill>
                  <a:srgbClr val="F5F7FB"/>
                </a:solidFill>
                <a:latin typeface="Arial"/>
                <a:ea typeface="Arial"/>
                <a:cs typeface="Arial"/>
              </a:defRPr>
            </a:lvl6pPr>
            <a:lvl7pPr algn="ctr">
              <a:defRPr sz="1620" b="1">
                <a:solidFill>
                  <a:srgbClr val="F5F7FB"/>
                </a:solidFill>
                <a:latin typeface="Arial"/>
                <a:ea typeface="Arial"/>
                <a:cs typeface="Arial"/>
              </a:defRPr>
            </a:lvl7pPr>
            <a:lvl8pPr algn="ctr">
              <a:defRPr sz="1620" b="1">
                <a:solidFill>
                  <a:srgbClr val="F5F7FB"/>
                </a:solidFill>
                <a:latin typeface="Arial"/>
                <a:ea typeface="Arial"/>
                <a:cs typeface="Arial"/>
              </a:defRPr>
            </a:lvl8pPr>
            <a:lvl9pPr algn="ctr">
              <a:defRPr sz="1620" b="1">
                <a:solidFill>
                  <a:srgbClr val="F5F7FB"/>
                </a:solidFill>
                <a:latin typeface="Arial"/>
                <a:ea typeface="Arial"/>
                <a:cs typeface="Arial"/>
              </a:defRPr>
            </a:lvl9pPr>
          </a:lstStyle>
          <a:p xmlns:a="http://schemas.openxmlformats.org/drawingml/2006/main">
            <a:pPr algn="ctr">
              <a:defRPr sz="1620" b="1">
                <a:solidFill>
                  <a:srgbClr val="F5F7FB"/>
                </a:solidFill>
                <a:latin typeface="Arial"/>
                <a:ea typeface="Arial"/>
                <a:cs typeface="Arial"/>
              </a:defRPr>
            </a:pPr>
            <a:r>
              <a:rPr sz="1620" b="1">
                <a:solidFill>
                  <a:srgbClr val="F5F7FB"/>
                </a:solidFill>
                <a:latin typeface="Arial"/>
                <a:ea typeface="Arial"/>
                <a:cs typeface="Arial"/>
              </a:rPr>
              <a:t>Cisco 7945G</a:t>
            </a:r>
          </a:p>
          <a:p xmlns:a="http://schemas.openxmlformats.org/drawingml/2006/main">
            <a:pPr algn="ctr">
              <a:defRPr sz="1620" b="1">
                <a:solidFill>
                  <a:srgbClr val="F5F7FB"/>
                </a:solidFill>
                <a:latin typeface="Arial"/>
                <a:ea typeface="Arial"/>
                <a:cs typeface="Arial"/>
              </a:defRPr>
            </a:pPr>
            <a:r>
              <a:rPr sz="1620" b="1">
                <a:solidFill>
                  <a:srgbClr val="F5F7FB"/>
                </a:solidFill>
                <a:latin typeface="Arial"/>
                <a:ea typeface="Arial"/>
                <a:cs typeface="Arial"/>
              </a:rPr>
              <a:t>extension 201</a:t>
            </a:r>
          </a:p>
          <a:p xmlns:a="http://schemas.openxmlformats.org/drawingml/2006/main">
            <a:pPr algn="ctr">
              <a:defRPr sz="1620" b="1">
                <a:solidFill>
                  <a:srgbClr val="F5F7FB"/>
                </a:solidFill>
                <a:latin typeface="Arial"/>
                <a:ea typeface="Arial"/>
                <a:cs typeface="Arial"/>
              </a:defRPr>
            </a:pPr>
            <a:r>
              <a:rPr sz="1620" b="1">
                <a:solidFill>
                  <a:srgbClr val="F5F7FB"/>
                </a:solidFill>
                <a:latin typeface="Arial"/>
                <a:ea typeface="Arial"/>
                <a:cs typeface="Arial"/>
              </a:rPr>
              <a:t>G.711</a:t>
            </a:r>
          </a:p>
        </p:txBody>
      </p:sp>
      <p:sp>
        <p:nvSpPr>
          <p:cNvPr id="4" name="codec">
            <a:extLst xmlns:a="http://schemas.openxmlformats.org/drawingml/2006/main">
              <a:ext uri="{FF2B5EF4-FFF2-40B4-BE49-F238E27FC236}">
                <a16:creationId xmlns:a16="http://schemas.microsoft.com/office/drawing/2014/main" id="{A9AAE37A-A6F7-4D9B-B204-D73BC538AAF5}"/>
              </a:ext>
            </a:extLst>
          </p:cNvPr>
          <p:cNvSpPr>
            <a:spLocks xmlns:a="http://schemas.openxmlformats.org/drawingml/2006/main" noGrp="1"/>
          </p:cNvSpPr>
          <p:nvPr/>
        </p:nvSpPr>
        <p:spPr>
          <a:xfrm xmlns:a="http://schemas.openxmlformats.org/drawingml/2006/main">
            <a:off x="4724400" y="2133600"/>
            <a:ext cx="2700338" cy="1200150"/>
          </a:xfrm>
          <a:prstGeom xmlns:a="http://schemas.openxmlformats.org/drawingml/2006/main" prst="roundRect">
            <a:avLst>
              <a:gd name="adj" fmla="val 7937"/>
            </a:avLst>
          </a:prstGeom>
          <a:solidFill xmlns:a="http://schemas.openxmlformats.org/drawingml/2006/main">
            <a:srgbClr val="172841"/>
          </a:solidFill>
          <a:ln xmlns:a="http://schemas.openxmlformats.org/drawingml/2006/main" w="19050">
            <a:solidFill>
              <a:srgbClr val="FF836D"/>
            </a:solidFill>
          </a:ln>
        </p:spPr>
        <p:txBody>
          <a:bodyPr xmlns:a="http://schemas.openxmlformats.org/drawingml/2006/main" lIns="76200" tIns="76200" rIns="76200" bIns="76200" anchor="ctr">
            <a:noAutofit/>
          </a:bodyPr>
          <a:lstStyle xmlns:a="http://schemas.openxmlformats.org/drawingml/2006/main">
            <a:defPPr algn="ctr">
              <a:defRPr sz="1620" b="1">
                <a:solidFill>
                  <a:srgbClr val="F5F7FB"/>
                </a:solidFill>
                <a:latin typeface="Arial"/>
                <a:ea typeface="Arial"/>
                <a:cs typeface="Arial"/>
              </a:defRPr>
            </a:defPPr>
            <a:lvl1pPr algn="ctr">
              <a:defRPr sz="1620" b="1">
                <a:solidFill>
                  <a:srgbClr val="F5F7FB"/>
                </a:solidFill>
                <a:latin typeface="Arial"/>
                <a:ea typeface="Arial"/>
                <a:cs typeface="Arial"/>
              </a:defRPr>
            </a:lvl1pPr>
            <a:lvl2pPr algn="ctr">
              <a:defRPr sz="1620" b="1">
                <a:solidFill>
                  <a:srgbClr val="F5F7FB"/>
                </a:solidFill>
                <a:latin typeface="Arial"/>
                <a:ea typeface="Arial"/>
                <a:cs typeface="Arial"/>
              </a:defRPr>
            </a:lvl2pPr>
            <a:lvl3pPr algn="ctr">
              <a:defRPr sz="1620" b="1">
                <a:solidFill>
                  <a:srgbClr val="F5F7FB"/>
                </a:solidFill>
                <a:latin typeface="Arial"/>
                <a:ea typeface="Arial"/>
                <a:cs typeface="Arial"/>
              </a:defRPr>
            </a:lvl3pPr>
            <a:lvl4pPr algn="ctr">
              <a:defRPr sz="1620" b="1">
                <a:solidFill>
                  <a:srgbClr val="F5F7FB"/>
                </a:solidFill>
                <a:latin typeface="Arial"/>
                <a:ea typeface="Arial"/>
                <a:cs typeface="Arial"/>
              </a:defRPr>
            </a:lvl4pPr>
            <a:lvl5pPr algn="ctr">
              <a:defRPr sz="1620" b="1">
                <a:solidFill>
                  <a:srgbClr val="F5F7FB"/>
                </a:solidFill>
                <a:latin typeface="Arial"/>
                <a:ea typeface="Arial"/>
                <a:cs typeface="Arial"/>
              </a:defRPr>
            </a:lvl5pPr>
            <a:lvl6pPr algn="ctr">
              <a:defRPr sz="1620" b="1">
                <a:solidFill>
                  <a:srgbClr val="F5F7FB"/>
                </a:solidFill>
                <a:latin typeface="Arial"/>
                <a:ea typeface="Arial"/>
                <a:cs typeface="Arial"/>
              </a:defRPr>
            </a:lvl6pPr>
            <a:lvl7pPr algn="ctr">
              <a:defRPr sz="1620" b="1">
                <a:solidFill>
                  <a:srgbClr val="F5F7FB"/>
                </a:solidFill>
                <a:latin typeface="Arial"/>
                <a:ea typeface="Arial"/>
                <a:cs typeface="Arial"/>
              </a:defRPr>
            </a:lvl7pPr>
            <a:lvl8pPr algn="ctr">
              <a:defRPr sz="1620" b="1">
                <a:solidFill>
                  <a:srgbClr val="F5F7FB"/>
                </a:solidFill>
                <a:latin typeface="Arial"/>
                <a:ea typeface="Arial"/>
                <a:cs typeface="Arial"/>
              </a:defRPr>
            </a:lvl8pPr>
            <a:lvl9pPr algn="ctr">
              <a:defRPr sz="1620" b="1">
                <a:solidFill>
                  <a:srgbClr val="F5F7FB"/>
                </a:solidFill>
                <a:latin typeface="Arial"/>
                <a:ea typeface="Arial"/>
                <a:cs typeface="Arial"/>
              </a:defRPr>
            </a:lvl9pPr>
          </a:lstStyle>
          <a:p xmlns:a="http://schemas.openxmlformats.org/drawingml/2006/main">
            <a:pPr algn="ctr">
              <a:defRPr sz="1620" b="1">
                <a:solidFill>
                  <a:srgbClr val="F5F7FB"/>
                </a:solidFill>
                <a:latin typeface="Arial"/>
                <a:ea typeface="Arial"/>
                <a:cs typeface="Arial"/>
              </a:defRPr>
            </a:pPr>
            <a:r>
              <a:rPr sz="1620" b="1">
                <a:solidFill>
                  <a:srgbClr val="F5F7FB"/>
                </a:solidFill>
                <a:latin typeface="Arial"/>
                <a:ea typeface="Arial"/>
                <a:cs typeface="Arial"/>
              </a:rPr>
              <a:t>Asterisk</a:t>
            </a:r>
          </a:p>
          <a:p xmlns:a="http://schemas.openxmlformats.org/drawingml/2006/main">
            <a:pPr algn="ctr">
              <a:defRPr sz="1620" b="1">
                <a:solidFill>
                  <a:srgbClr val="F5F7FB"/>
                </a:solidFill>
                <a:latin typeface="Arial"/>
                <a:ea typeface="Arial"/>
                <a:cs typeface="Arial"/>
              </a:defRPr>
            </a:pPr>
            <a:r>
              <a:rPr sz="1620" b="1">
                <a:solidFill>
                  <a:srgbClr val="F5F7FB"/>
                </a:solidFill>
                <a:latin typeface="Arial"/>
                <a:ea typeface="Arial"/>
                <a:cs typeface="Arial"/>
              </a:rPr>
              <a:t>G.711 ↔ Opus</a:t>
            </a:r>
          </a:p>
          <a:p xmlns:a="http://schemas.openxmlformats.org/drawingml/2006/main">
            <a:pPr algn="ctr">
              <a:defRPr sz="1620" b="1">
                <a:solidFill>
                  <a:srgbClr val="F5F7FB"/>
                </a:solidFill>
                <a:latin typeface="Arial"/>
                <a:ea typeface="Arial"/>
                <a:cs typeface="Arial"/>
              </a:defRPr>
            </a:pPr>
            <a:r>
              <a:rPr sz="1620" b="1">
                <a:solidFill>
                  <a:srgbClr val="F5F7FB"/>
                </a:solidFill>
                <a:latin typeface="Arial"/>
                <a:ea typeface="Arial"/>
                <a:cs typeface="Arial"/>
              </a:rPr>
              <a:t>extension 630</a:t>
            </a:r>
          </a:p>
        </p:txBody>
      </p:sp>
      <p:sp>
        <p:nvSpPr>
          <p:cNvPr id="5" name="assist">
            <a:extLst xmlns:a="http://schemas.openxmlformats.org/drawingml/2006/main">
              <a:ext uri="{FF2B5EF4-FFF2-40B4-BE49-F238E27FC236}">
                <a16:creationId xmlns:a16="http://schemas.microsoft.com/office/drawing/2014/main" id="{3DF8DED5-B60F-404E-A99E-7BA72FAC7A8E}"/>
              </a:ext>
            </a:extLst>
          </p:cNvPr>
          <p:cNvSpPr>
            <a:spLocks xmlns:a="http://schemas.openxmlformats.org/drawingml/2006/main" noGrp="1"/>
          </p:cNvSpPr>
          <p:nvPr/>
        </p:nvSpPr>
        <p:spPr>
          <a:xfrm xmlns:a="http://schemas.openxmlformats.org/drawingml/2006/main">
            <a:off x="8753475" y="2133600"/>
            <a:ext cx="2443163" cy="1200150"/>
          </a:xfrm>
          <a:prstGeom xmlns:a="http://schemas.openxmlformats.org/drawingml/2006/main" prst="roundRect">
            <a:avLst>
              <a:gd name="adj" fmla="val 7937"/>
            </a:avLst>
          </a:prstGeom>
          <a:solidFill xmlns:a="http://schemas.openxmlformats.org/drawingml/2006/main">
            <a:srgbClr val="172841"/>
          </a:solidFill>
          <a:ln xmlns:a="http://schemas.openxmlformats.org/drawingml/2006/main" w="19050">
            <a:solidFill>
              <a:srgbClr val="F7CB64"/>
            </a:solidFill>
          </a:ln>
        </p:spPr>
        <p:txBody>
          <a:bodyPr xmlns:a="http://schemas.openxmlformats.org/drawingml/2006/main" lIns="76200" tIns="76200" rIns="76200" bIns="76200" anchor="ctr">
            <a:noAutofit/>
          </a:bodyPr>
          <a:lstStyle xmlns:a="http://schemas.openxmlformats.org/drawingml/2006/main">
            <a:defPPr algn="ctr">
              <a:defRPr sz="1620" b="1">
                <a:solidFill>
                  <a:srgbClr val="F5F7FB"/>
                </a:solidFill>
                <a:latin typeface="Arial"/>
                <a:ea typeface="Arial"/>
                <a:cs typeface="Arial"/>
              </a:defRPr>
            </a:defPPr>
            <a:lvl1pPr algn="ctr">
              <a:defRPr sz="1620" b="1">
                <a:solidFill>
                  <a:srgbClr val="F5F7FB"/>
                </a:solidFill>
                <a:latin typeface="Arial"/>
                <a:ea typeface="Arial"/>
                <a:cs typeface="Arial"/>
              </a:defRPr>
            </a:lvl1pPr>
            <a:lvl2pPr algn="ctr">
              <a:defRPr sz="1620" b="1">
                <a:solidFill>
                  <a:srgbClr val="F5F7FB"/>
                </a:solidFill>
                <a:latin typeface="Arial"/>
                <a:ea typeface="Arial"/>
                <a:cs typeface="Arial"/>
              </a:defRPr>
            </a:lvl2pPr>
            <a:lvl3pPr algn="ctr">
              <a:defRPr sz="1620" b="1">
                <a:solidFill>
                  <a:srgbClr val="F5F7FB"/>
                </a:solidFill>
                <a:latin typeface="Arial"/>
                <a:ea typeface="Arial"/>
                <a:cs typeface="Arial"/>
              </a:defRPr>
            </a:lvl3pPr>
            <a:lvl4pPr algn="ctr">
              <a:defRPr sz="1620" b="1">
                <a:solidFill>
                  <a:srgbClr val="F5F7FB"/>
                </a:solidFill>
                <a:latin typeface="Arial"/>
                <a:ea typeface="Arial"/>
                <a:cs typeface="Arial"/>
              </a:defRPr>
            </a:lvl4pPr>
            <a:lvl5pPr algn="ctr">
              <a:defRPr sz="1620" b="1">
                <a:solidFill>
                  <a:srgbClr val="F5F7FB"/>
                </a:solidFill>
                <a:latin typeface="Arial"/>
                <a:ea typeface="Arial"/>
                <a:cs typeface="Arial"/>
              </a:defRPr>
            </a:lvl5pPr>
            <a:lvl6pPr algn="ctr">
              <a:defRPr sz="1620" b="1">
                <a:solidFill>
                  <a:srgbClr val="F5F7FB"/>
                </a:solidFill>
                <a:latin typeface="Arial"/>
                <a:ea typeface="Arial"/>
                <a:cs typeface="Arial"/>
              </a:defRPr>
            </a:lvl6pPr>
            <a:lvl7pPr algn="ctr">
              <a:defRPr sz="1620" b="1">
                <a:solidFill>
                  <a:srgbClr val="F5F7FB"/>
                </a:solidFill>
                <a:latin typeface="Arial"/>
                <a:ea typeface="Arial"/>
                <a:cs typeface="Arial"/>
              </a:defRPr>
            </a:lvl7pPr>
            <a:lvl8pPr algn="ctr">
              <a:defRPr sz="1620" b="1">
                <a:solidFill>
                  <a:srgbClr val="F5F7FB"/>
                </a:solidFill>
                <a:latin typeface="Arial"/>
                <a:ea typeface="Arial"/>
                <a:cs typeface="Arial"/>
              </a:defRPr>
            </a:lvl8pPr>
            <a:lvl9pPr algn="ctr">
              <a:defRPr sz="1620" b="1">
                <a:solidFill>
                  <a:srgbClr val="F5F7FB"/>
                </a:solidFill>
                <a:latin typeface="Arial"/>
                <a:ea typeface="Arial"/>
                <a:cs typeface="Arial"/>
              </a:defRPr>
            </a:lvl9pPr>
          </a:lstStyle>
          <a:p xmlns:a="http://schemas.openxmlformats.org/drawingml/2006/main">
            <a:pPr algn="ctr">
              <a:defRPr sz="1620" b="1">
                <a:solidFill>
                  <a:srgbClr val="F5F7FB"/>
                </a:solidFill>
                <a:latin typeface="Arial"/>
                <a:ea typeface="Arial"/>
                <a:cs typeface="Arial"/>
              </a:defRPr>
            </a:pPr>
            <a:r>
              <a:rPr sz="1620" b="1">
                <a:solidFill>
                  <a:srgbClr val="F5F7FB"/>
                </a:solidFill>
                <a:latin typeface="Arial"/>
                <a:ea typeface="Arial"/>
                <a:cs typeface="Arial"/>
              </a:rPr>
              <a:t>Home Assistant</a:t>
            </a:r>
          </a:p>
          <a:p xmlns:a="http://schemas.openxmlformats.org/drawingml/2006/main">
            <a:pPr algn="ctr">
              <a:defRPr sz="1620" b="1">
                <a:solidFill>
                  <a:srgbClr val="F5F7FB"/>
                </a:solidFill>
                <a:latin typeface="Arial"/>
                <a:ea typeface="Arial"/>
                <a:cs typeface="Arial"/>
              </a:defRPr>
            </a:pPr>
            <a:r>
              <a:rPr sz="1620" b="1">
                <a:solidFill>
                  <a:srgbClr val="F5F7FB"/>
                </a:solidFill>
                <a:latin typeface="Arial"/>
                <a:ea typeface="Arial"/>
                <a:cs typeface="Arial"/>
              </a:rPr>
              <a:t>VoIP / Assist</a:t>
            </a:r>
          </a:p>
          <a:p xmlns:a="http://schemas.openxmlformats.org/drawingml/2006/main">
            <a:pPr algn="ctr">
              <a:defRPr sz="1620" b="1">
                <a:solidFill>
                  <a:srgbClr val="F5F7FB"/>
                </a:solidFill>
                <a:latin typeface="Arial"/>
                <a:ea typeface="Arial"/>
                <a:cs typeface="Arial"/>
              </a:defRPr>
            </a:pPr>
            <a:r>
              <a:rPr sz="1620" b="1">
                <a:solidFill>
                  <a:srgbClr val="F5F7FB"/>
                </a:solidFill>
                <a:latin typeface="Arial"/>
                <a:ea typeface="Arial"/>
                <a:cs typeface="Arial"/>
              </a:rPr>
              <a:t>Opus</a:t>
            </a:r>
          </a:p>
        </p:txBody>
      </p:sp>
      <p:sp>
        <p:nvSpPr>
          <p:cNvPr id="7" name="SIP TCP&#10;RTP">
            <a:extLst xmlns:a="http://schemas.openxmlformats.org/drawingml/2006/main">
              <a:ext uri="{FF2B5EF4-FFF2-40B4-BE49-F238E27FC236}">
                <a16:creationId xmlns:a16="http://schemas.microsoft.com/office/drawing/2014/main" id="{4AD31D4D-029C-48EC-A2D7-2B3332123E09}"/>
              </a:ext>
            </a:extLst>
          </p:cNvPr>
          <p:cNvSpPr>
            <a:spLocks xmlns:a="http://schemas.openxmlformats.org/drawingml/2006/main" noGrp="1"/>
          </p:cNvSpPr>
          <p:nvPr/>
        </p:nvSpPr>
        <p:spPr>
          <a:xfrm xmlns:a="http://schemas.openxmlformats.org/drawingml/2006/main">
            <a:off x="3150870" y="1666875"/>
            <a:ext cx="1809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b="0">
                <a:solidFill>
                  <a:srgbClr val="48DDCC"/>
                </a:solidFill>
                <a:latin typeface="Arial"/>
                <a:ea typeface="Arial"/>
                <a:cs typeface="Arial"/>
              </a:defRPr>
            </a:defPPr>
            <a:lvl1pPr algn="ctr">
              <a:defRPr sz="1350" b="0">
                <a:solidFill>
                  <a:srgbClr val="48DDCC"/>
                </a:solidFill>
                <a:latin typeface="Arial"/>
                <a:ea typeface="Arial"/>
                <a:cs typeface="Arial"/>
              </a:defRPr>
            </a:lvl1pPr>
            <a:lvl2pPr algn="ctr">
              <a:defRPr sz="1350" b="0">
                <a:solidFill>
                  <a:srgbClr val="48DDCC"/>
                </a:solidFill>
                <a:latin typeface="Arial"/>
                <a:ea typeface="Arial"/>
                <a:cs typeface="Arial"/>
              </a:defRPr>
            </a:lvl2pPr>
            <a:lvl3pPr algn="ctr">
              <a:defRPr sz="1350" b="0">
                <a:solidFill>
                  <a:srgbClr val="48DDCC"/>
                </a:solidFill>
                <a:latin typeface="Arial"/>
                <a:ea typeface="Arial"/>
                <a:cs typeface="Arial"/>
              </a:defRPr>
            </a:lvl3pPr>
            <a:lvl4pPr algn="ctr">
              <a:defRPr sz="1350" b="0">
                <a:solidFill>
                  <a:srgbClr val="48DDCC"/>
                </a:solidFill>
                <a:latin typeface="Arial"/>
                <a:ea typeface="Arial"/>
                <a:cs typeface="Arial"/>
              </a:defRPr>
            </a:lvl4pPr>
            <a:lvl5pPr algn="ctr">
              <a:defRPr sz="1350" b="0">
                <a:solidFill>
                  <a:srgbClr val="48DDCC"/>
                </a:solidFill>
                <a:latin typeface="Arial"/>
                <a:ea typeface="Arial"/>
                <a:cs typeface="Arial"/>
              </a:defRPr>
            </a:lvl5pPr>
            <a:lvl6pPr algn="ctr">
              <a:defRPr sz="1350" b="0">
                <a:solidFill>
                  <a:srgbClr val="48DDCC"/>
                </a:solidFill>
                <a:latin typeface="Arial"/>
                <a:ea typeface="Arial"/>
                <a:cs typeface="Arial"/>
              </a:defRPr>
            </a:lvl6pPr>
            <a:lvl7pPr algn="ctr">
              <a:defRPr sz="1350" b="0">
                <a:solidFill>
                  <a:srgbClr val="48DDCC"/>
                </a:solidFill>
                <a:latin typeface="Arial"/>
                <a:ea typeface="Arial"/>
                <a:cs typeface="Arial"/>
              </a:defRPr>
            </a:lvl7pPr>
            <a:lvl8pPr algn="ctr">
              <a:defRPr sz="1350" b="0">
                <a:solidFill>
                  <a:srgbClr val="48DDCC"/>
                </a:solidFill>
                <a:latin typeface="Arial"/>
                <a:ea typeface="Arial"/>
                <a:cs typeface="Arial"/>
              </a:defRPr>
            </a:lvl8pPr>
            <a:lvl9pPr algn="ctr">
              <a:defRPr sz="1350" b="0">
                <a:solidFill>
                  <a:srgbClr val="48DDCC"/>
                </a:solidFill>
                <a:latin typeface="Arial"/>
                <a:ea typeface="Arial"/>
                <a:cs typeface="Arial"/>
              </a:defRPr>
            </a:lvl9pPr>
          </a:lstStyle>
          <a:p xmlns:a="http://schemas.openxmlformats.org/drawingml/2006/main">
            <a:pPr algn="ctr">
              <a:defRPr sz="1350" b="0">
                <a:solidFill>
                  <a:srgbClr val="48DDCC"/>
                </a:solidFill>
                <a:latin typeface="Arial"/>
                <a:ea typeface="Arial"/>
                <a:cs typeface="Arial"/>
              </a:defRPr>
            </a:pPr>
            <a:r>
              <a:rPr sz="1350" b="0">
                <a:solidFill>
                  <a:srgbClr val="48DDCC"/>
                </a:solidFill>
                <a:latin typeface="Arial"/>
                <a:ea typeface="Arial"/>
                <a:cs typeface="Arial"/>
              </a:rPr>
              <a:t>SIP TCP</a:t>
            </a:r>
          </a:p>
          <a:p xmlns:a="http://schemas.openxmlformats.org/drawingml/2006/main">
            <a:pPr algn="ctr">
              <a:defRPr sz="1350" b="0">
                <a:solidFill>
                  <a:srgbClr val="48DDCC"/>
                </a:solidFill>
                <a:latin typeface="Arial"/>
                <a:ea typeface="Arial"/>
                <a:cs typeface="Arial"/>
              </a:defRPr>
            </a:pPr>
            <a:r>
              <a:rPr sz="1350" b="0">
                <a:solidFill>
                  <a:srgbClr val="48DDCC"/>
                </a:solidFill>
                <a:latin typeface="Arial"/>
                <a:ea typeface="Arial"/>
                <a:cs typeface="Arial"/>
              </a:rPr>
              <a:t>RTP</a:t>
            </a:r>
          </a:p>
        </p:txBody>
      </p:sp>
      <p:sp>
        <p:nvSpPr>
          <p:cNvPr id="9" name="SIP UDP&#10;RTP">
            <a:extLst xmlns:a="http://schemas.openxmlformats.org/drawingml/2006/main">
              <a:ext uri="{FF2B5EF4-FFF2-40B4-BE49-F238E27FC236}">
                <a16:creationId xmlns:a16="http://schemas.microsoft.com/office/drawing/2014/main" id="{19F9C288-F0E9-49A5-9871-7B138FDD0E3B}"/>
              </a:ext>
            </a:extLst>
          </p:cNvPr>
          <p:cNvSpPr>
            <a:spLocks xmlns:a="http://schemas.openxmlformats.org/drawingml/2006/main" noGrp="1"/>
          </p:cNvSpPr>
          <p:nvPr/>
        </p:nvSpPr>
        <p:spPr>
          <a:xfrm xmlns:a="http://schemas.openxmlformats.org/drawingml/2006/main">
            <a:off x="7188518" y="1666875"/>
            <a:ext cx="1809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b="0">
                <a:solidFill>
                  <a:srgbClr val="F7CB64"/>
                </a:solidFill>
                <a:latin typeface="Arial"/>
                <a:ea typeface="Arial"/>
                <a:cs typeface="Arial"/>
              </a:defRPr>
            </a:defPPr>
            <a:lvl1pPr algn="ctr">
              <a:defRPr sz="1350" b="0">
                <a:solidFill>
                  <a:srgbClr val="F7CB64"/>
                </a:solidFill>
                <a:latin typeface="Arial"/>
                <a:ea typeface="Arial"/>
                <a:cs typeface="Arial"/>
              </a:defRPr>
            </a:lvl1pPr>
            <a:lvl2pPr algn="ctr">
              <a:defRPr sz="1350" b="0">
                <a:solidFill>
                  <a:srgbClr val="F7CB64"/>
                </a:solidFill>
                <a:latin typeface="Arial"/>
                <a:ea typeface="Arial"/>
                <a:cs typeface="Arial"/>
              </a:defRPr>
            </a:lvl2pPr>
            <a:lvl3pPr algn="ctr">
              <a:defRPr sz="1350" b="0">
                <a:solidFill>
                  <a:srgbClr val="F7CB64"/>
                </a:solidFill>
                <a:latin typeface="Arial"/>
                <a:ea typeface="Arial"/>
                <a:cs typeface="Arial"/>
              </a:defRPr>
            </a:lvl3pPr>
            <a:lvl4pPr algn="ctr">
              <a:defRPr sz="1350" b="0">
                <a:solidFill>
                  <a:srgbClr val="F7CB64"/>
                </a:solidFill>
                <a:latin typeface="Arial"/>
                <a:ea typeface="Arial"/>
                <a:cs typeface="Arial"/>
              </a:defRPr>
            </a:lvl4pPr>
            <a:lvl5pPr algn="ctr">
              <a:defRPr sz="1350" b="0">
                <a:solidFill>
                  <a:srgbClr val="F7CB64"/>
                </a:solidFill>
                <a:latin typeface="Arial"/>
                <a:ea typeface="Arial"/>
                <a:cs typeface="Arial"/>
              </a:defRPr>
            </a:lvl5pPr>
            <a:lvl6pPr algn="ctr">
              <a:defRPr sz="1350" b="0">
                <a:solidFill>
                  <a:srgbClr val="F7CB64"/>
                </a:solidFill>
                <a:latin typeface="Arial"/>
                <a:ea typeface="Arial"/>
                <a:cs typeface="Arial"/>
              </a:defRPr>
            </a:lvl6pPr>
            <a:lvl7pPr algn="ctr">
              <a:defRPr sz="1350" b="0">
                <a:solidFill>
                  <a:srgbClr val="F7CB64"/>
                </a:solidFill>
                <a:latin typeface="Arial"/>
                <a:ea typeface="Arial"/>
                <a:cs typeface="Arial"/>
              </a:defRPr>
            </a:lvl7pPr>
            <a:lvl8pPr algn="ctr">
              <a:defRPr sz="1350" b="0">
                <a:solidFill>
                  <a:srgbClr val="F7CB64"/>
                </a:solidFill>
                <a:latin typeface="Arial"/>
                <a:ea typeface="Arial"/>
                <a:cs typeface="Arial"/>
              </a:defRPr>
            </a:lvl8pPr>
            <a:lvl9pPr algn="ctr">
              <a:defRPr sz="1350" b="0">
                <a:solidFill>
                  <a:srgbClr val="F7CB64"/>
                </a:solidFill>
                <a:latin typeface="Arial"/>
                <a:ea typeface="Arial"/>
                <a:cs typeface="Arial"/>
              </a:defRPr>
            </a:lvl9pPr>
          </a:lstStyle>
          <a:p xmlns:a="http://schemas.openxmlformats.org/drawingml/2006/main">
            <a:pPr algn="ctr">
              <a:defRPr sz="1350" b="0">
                <a:solidFill>
                  <a:srgbClr val="F7CB64"/>
                </a:solidFill>
                <a:latin typeface="Arial"/>
                <a:ea typeface="Arial"/>
                <a:cs typeface="Arial"/>
              </a:defRPr>
            </a:pPr>
            <a:r>
              <a:rPr sz="1350" b="0">
                <a:solidFill>
                  <a:srgbClr val="F7CB64"/>
                </a:solidFill>
                <a:latin typeface="Arial"/>
                <a:ea typeface="Arial"/>
                <a:cs typeface="Arial"/>
              </a:rPr>
              <a:t>SIP UDP</a:t>
            </a:r>
          </a:p>
          <a:p xmlns:a="http://schemas.openxmlformats.org/drawingml/2006/main">
            <a:pPr algn="ctr">
              <a:defRPr sz="1350" b="0">
                <a:solidFill>
                  <a:srgbClr val="F7CB64"/>
                </a:solidFill>
                <a:latin typeface="Arial"/>
                <a:ea typeface="Arial"/>
                <a:cs typeface="Arial"/>
              </a:defRPr>
            </a:pPr>
            <a:r>
              <a:rPr sz="1350" b="0">
                <a:solidFill>
                  <a:srgbClr val="F7CB64"/>
                </a:solidFill>
                <a:latin typeface="Arial"/>
                <a:ea typeface="Arial"/>
                <a:cs typeface="Arial"/>
              </a:rPr>
              <a:t>RTP</a:t>
            </a:r>
          </a:p>
        </p:txBody>
      </p:sp>
      <p:sp>
        <p:nvSpPr>
          <p:cNvPr id="10" name="First call: enable Allow calls and select a pipeline in HA.&#10;Then ">
            <a:extLst xmlns:a="http://schemas.openxmlformats.org/drawingml/2006/main">
              <a:ext uri="{FF2B5EF4-FFF2-40B4-BE49-F238E27FC236}">
                <a16:creationId xmlns:a16="http://schemas.microsoft.com/office/drawing/2014/main" id="{D2907594-6BFC-4EF1-8910-4AFFCF749060}"/>
              </a:ext>
            </a:extLst>
          </p:cNvPr>
          <p:cNvSpPr>
            <a:spLocks xmlns:a="http://schemas.openxmlformats.org/drawingml/2006/main" noGrp="1"/>
          </p:cNvSpPr>
          <p:nvPr/>
        </p:nvSpPr>
        <p:spPr>
          <a:xfrm xmlns:a="http://schemas.openxmlformats.org/drawingml/2006/main">
            <a:off x="995363" y="4062413"/>
            <a:ext cx="10201275" cy="7286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90" b="0">
                <a:solidFill>
                  <a:srgbClr val="F5F7FB"/>
                </a:solidFill>
                <a:latin typeface="Arial"/>
                <a:ea typeface="Arial"/>
                <a:cs typeface="Arial"/>
              </a:defRPr>
            </a:defPPr>
            <a:lvl1pPr algn="l">
              <a:defRPr sz="1890" b="0">
                <a:solidFill>
                  <a:srgbClr val="F5F7FB"/>
                </a:solidFill>
                <a:latin typeface="Arial"/>
                <a:ea typeface="Arial"/>
                <a:cs typeface="Arial"/>
              </a:defRPr>
            </a:lvl1pPr>
            <a:lvl2pPr algn="l">
              <a:defRPr sz="1890" b="0">
                <a:solidFill>
                  <a:srgbClr val="F5F7FB"/>
                </a:solidFill>
                <a:latin typeface="Arial"/>
                <a:ea typeface="Arial"/>
                <a:cs typeface="Arial"/>
              </a:defRPr>
            </a:lvl2pPr>
            <a:lvl3pPr algn="l">
              <a:defRPr sz="1890" b="0">
                <a:solidFill>
                  <a:srgbClr val="F5F7FB"/>
                </a:solidFill>
                <a:latin typeface="Arial"/>
                <a:ea typeface="Arial"/>
                <a:cs typeface="Arial"/>
              </a:defRPr>
            </a:lvl3pPr>
            <a:lvl4pPr algn="l">
              <a:defRPr sz="1890" b="0">
                <a:solidFill>
                  <a:srgbClr val="F5F7FB"/>
                </a:solidFill>
                <a:latin typeface="Arial"/>
                <a:ea typeface="Arial"/>
                <a:cs typeface="Arial"/>
              </a:defRPr>
            </a:lvl4pPr>
            <a:lvl5pPr algn="l">
              <a:defRPr sz="1890" b="0">
                <a:solidFill>
                  <a:srgbClr val="F5F7FB"/>
                </a:solidFill>
                <a:latin typeface="Arial"/>
                <a:ea typeface="Arial"/>
                <a:cs typeface="Arial"/>
              </a:defRPr>
            </a:lvl5pPr>
            <a:lvl6pPr algn="l">
              <a:defRPr sz="1890" b="0">
                <a:solidFill>
                  <a:srgbClr val="F5F7FB"/>
                </a:solidFill>
                <a:latin typeface="Arial"/>
                <a:ea typeface="Arial"/>
                <a:cs typeface="Arial"/>
              </a:defRPr>
            </a:lvl6pPr>
            <a:lvl7pPr algn="l">
              <a:defRPr sz="1890" b="0">
                <a:solidFill>
                  <a:srgbClr val="F5F7FB"/>
                </a:solidFill>
                <a:latin typeface="Arial"/>
                <a:ea typeface="Arial"/>
                <a:cs typeface="Arial"/>
              </a:defRPr>
            </a:lvl7pPr>
            <a:lvl8pPr algn="l">
              <a:defRPr sz="1890" b="0">
                <a:solidFill>
                  <a:srgbClr val="F5F7FB"/>
                </a:solidFill>
                <a:latin typeface="Arial"/>
                <a:ea typeface="Arial"/>
                <a:cs typeface="Arial"/>
              </a:defRPr>
            </a:lvl8pPr>
            <a:lvl9pPr algn="l">
              <a:defRPr sz="1890" b="0">
                <a:solidFill>
                  <a:srgbClr val="F5F7FB"/>
                </a:solidFill>
                <a:latin typeface="Arial"/>
                <a:ea typeface="Arial"/>
                <a:cs typeface="Arial"/>
              </a:defRPr>
            </a:lvl9pPr>
          </a:lstStyle>
          <a:p xmlns:a="http://schemas.openxmlformats.org/drawingml/2006/main">
            <a:pPr algn="l">
              <a:defRPr sz="1890" b="0">
                <a:solidFill>
                  <a:srgbClr val="F5F7FB"/>
                </a:solidFill>
                <a:latin typeface="Arial"/>
                <a:ea typeface="Arial"/>
                <a:cs typeface="Arial"/>
              </a:defRPr>
            </a:pPr>
            <a:r>
              <a:rPr sz="1890" b="0">
                <a:solidFill>
                  <a:srgbClr val="F5F7FB"/>
                </a:solidFill>
                <a:latin typeface="Arial"/>
                <a:ea typeface="Arial"/>
                <a:cs typeface="Arial"/>
              </a:rPr>
              <a:t>First call: enable Allow calls and select a pipeline in HA.</a:t>
            </a:r>
          </a:p>
          <a:p xmlns:a="http://schemas.openxmlformats.org/drawingml/2006/main">
            <a:pPr algn="l">
              <a:defRPr sz="1890" b="0">
                <a:solidFill>
                  <a:srgbClr val="F5F7FB"/>
                </a:solidFill>
                <a:latin typeface="Arial"/>
                <a:ea typeface="Arial"/>
                <a:cs typeface="Arial"/>
              </a:defRPr>
            </a:pPr>
            <a:r>
              <a:rPr sz="1890" b="0">
                <a:solidFill>
                  <a:srgbClr val="F5F7FB"/>
                </a:solidFill>
                <a:latin typeface="Arial"/>
                <a:ea typeface="Arial"/>
                <a:cs typeface="Arial"/>
              </a:rPr>
              <a:t>Then test speech recognition, the spoken reply and hangup.</a:t>
            </a:r>
          </a:p>
        </p:txBody>
      </p:sp>
      <p:sp>
        <p:nvSpPr>
          <p:cNvPr id="11" name="SIP From retains the phone extension. HA uses dynamic UDP ports f">
            <a:extLst xmlns:a="http://schemas.openxmlformats.org/drawingml/2006/main">
              <a:ext uri="{FF2B5EF4-FFF2-40B4-BE49-F238E27FC236}">
                <a16:creationId xmlns:a16="http://schemas.microsoft.com/office/drawing/2014/main" id="{36B82FB1-BA3E-4B09-A698-309BEF905227}"/>
              </a:ext>
            </a:extLst>
          </p:cNvPr>
          <p:cNvSpPr>
            <a:spLocks xmlns:a="http://schemas.openxmlformats.org/drawingml/2006/main" noGrp="1"/>
          </p:cNvSpPr>
          <p:nvPr/>
        </p:nvSpPr>
        <p:spPr>
          <a:xfrm xmlns:a="http://schemas.openxmlformats.org/drawingml/2006/main">
            <a:off x="571500" y="5953125"/>
            <a:ext cx="10191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AAB9D0"/>
                </a:solidFill>
                <a:latin typeface="Arial"/>
                <a:ea typeface="Arial"/>
                <a:cs typeface="Arial"/>
              </a:defRPr>
            </a:defPPr>
            <a:lvl1pPr algn="l">
              <a:defRPr sz="1425" b="0">
                <a:solidFill>
                  <a:srgbClr val="AAB9D0"/>
                </a:solidFill>
                <a:latin typeface="Arial"/>
                <a:ea typeface="Arial"/>
                <a:cs typeface="Arial"/>
              </a:defRPr>
            </a:lvl1pPr>
            <a:lvl2pPr algn="l">
              <a:defRPr sz="1425" b="0">
                <a:solidFill>
                  <a:srgbClr val="AAB9D0"/>
                </a:solidFill>
                <a:latin typeface="Arial"/>
                <a:ea typeface="Arial"/>
                <a:cs typeface="Arial"/>
              </a:defRPr>
            </a:lvl2pPr>
            <a:lvl3pPr algn="l">
              <a:defRPr sz="1425" b="0">
                <a:solidFill>
                  <a:srgbClr val="AAB9D0"/>
                </a:solidFill>
                <a:latin typeface="Arial"/>
                <a:ea typeface="Arial"/>
                <a:cs typeface="Arial"/>
              </a:defRPr>
            </a:lvl3pPr>
            <a:lvl4pPr algn="l">
              <a:defRPr sz="1425" b="0">
                <a:solidFill>
                  <a:srgbClr val="AAB9D0"/>
                </a:solidFill>
                <a:latin typeface="Arial"/>
                <a:ea typeface="Arial"/>
                <a:cs typeface="Arial"/>
              </a:defRPr>
            </a:lvl4pPr>
            <a:lvl5pPr algn="l">
              <a:defRPr sz="1425" b="0">
                <a:solidFill>
                  <a:srgbClr val="AAB9D0"/>
                </a:solidFill>
                <a:latin typeface="Arial"/>
                <a:ea typeface="Arial"/>
                <a:cs typeface="Arial"/>
              </a:defRPr>
            </a:lvl5pPr>
            <a:lvl6pPr algn="l">
              <a:defRPr sz="1425" b="0">
                <a:solidFill>
                  <a:srgbClr val="AAB9D0"/>
                </a:solidFill>
                <a:latin typeface="Arial"/>
                <a:ea typeface="Arial"/>
                <a:cs typeface="Arial"/>
              </a:defRPr>
            </a:lvl6pPr>
            <a:lvl7pPr algn="l">
              <a:defRPr sz="1425" b="0">
                <a:solidFill>
                  <a:srgbClr val="AAB9D0"/>
                </a:solidFill>
                <a:latin typeface="Arial"/>
                <a:ea typeface="Arial"/>
                <a:cs typeface="Arial"/>
              </a:defRPr>
            </a:lvl7pPr>
            <a:lvl8pPr algn="l">
              <a:defRPr sz="1425" b="0">
                <a:solidFill>
                  <a:srgbClr val="AAB9D0"/>
                </a:solidFill>
                <a:latin typeface="Arial"/>
                <a:ea typeface="Arial"/>
                <a:cs typeface="Arial"/>
              </a:defRPr>
            </a:lvl8pPr>
            <a:lvl9pPr algn="l">
              <a:defRPr sz="1425" b="0">
                <a:solidFill>
                  <a:srgbClr val="AAB9D0"/>
                </a:solidFill>
                <a:latin typeface="Arial"/>
                <a:ea typeface="Arial"/>
                <a:cs typeface="Arial"/>
              </a:defRPr>
            </a:lvl9pPr>
          </a:lstStyle>
          <a:p xmlns:a="http://schemas.openxmlformats.org/drawingml/2006/main">
            <a:pPr algn="l">
              <a:defRPr sz="1425" b="0">
                <a:solidFill>
                  <a:srgbClr val="AAB9D0"/>
                </a:solidFill>
                <a:latin typeface="Arial"/>
                <a:ea typeface="Arial"/>
                <a:cs typeface="Arial"/>
              </a:defRPr>
            </a:pPr>
            <a:r>
              <a:rPr sz="1425" b="0">
                <a:solidFill>
                  <a:srgbClr val="AAB9D0"/>
                </a:solidFill>
                <a:latin typeface="Arial"/>
                <a:ea typeface="Arial"/>
                <a:cs typeface="Arial"/>
              </a:rPr>
              <a:t>SIP From retains the phone extension. HA uses dynamic UDP ports for RTP / RTCP.</a:t>
            </a:r>
          </a:p>
          <a:p xmlns:a="http://schemas.openxmlformats.org/drawingml/2006/main">
            <a:pPr algn="l">
              <a:defRPr sz="1425" b="0">
                <a:solidFill>
                  <a:srgbClr val="AAB9D0"/>
                </a:solidFill>
                <a:latin typeface="Arial"/>
                <a:ea typeface="Arial"/>
                <a:cs typeface="Arial"/>
              </a:defRPr>
            </a:pPr>
            <a:r>
              <a:rPr sz="1425" b="0">
                <a:solidFill>
                  <a:srgbClr val="AAB9D0"/>
                </a:solidFill>
                <a:latin typeface="Arial"/>
                <a:ea typeface="Arial"/>
                <a:cs typeface="Arial"/>
              </a:rPr>
              <a:t>A call on the pilot phone verifies audio. Pod readiness checks server components.</a:t>
            </a:r>
          </a:p>
        </p:txBody>
      </p:sp>
    </p:spTree>
    <p:extLst>
      <p:ext uri="{BB962C8B-B14F-4D97-AF65-F5344CB8AC3E}">
        <p14:creationId xmlns:p14="http://schemas.microsoft.com/office/powerpoint/2010/main" val="548893977"/>
      </p:ext>
    </p:extLst>
  </p:cSld>
</p:sld>
</file>

<file path=ppt/slides/slide11.xml><?xml version="1.0" encoding="utf-8"?>
<p:sld xmlns:p="http://schemas.openxmlformats.org/presentationml/2006/main">
  <p:cSld>
    <p:bg>
      <p:bgPr>
        <a:solidFill xmlns:a="http://schemas.openxmlformats.org/drawingml/2006/main">
          <a:srgbClr val="101C34"/>
        </a:solidFill>
      </p:bgPr>
    </p:bg>
    <p:spTree>
      <p:nvGrpSpPr>
        <p:cNvPr id="1" name=""/>
        <p:cNvGrpSpPr/>
        <p:nvPr/>
      </p:nvGrpSpPr>
      <p:grpSpPr>
        <a:xfrm xmlns:a="http://schemas.openxmlformats.org/drawingml/2006/main"/>
      </p:grpSpPr>
      <p:sp>
        <p:nvSpPr>
          <p:cNvPr id="15" name="Deployment and commissioning">
            <a:extLst xmlns:a="http://schemas.openxmlformats.org/drawingml/2006/main">
              <a:ext uri="{FF2B5EF4-FFF2-40B4-BE49-F238E27FC236}">
                <a16:creationId xmlns:a16="http://schemas.microsoft.com/office/drawing/2014/main" id="{783B0A8F-E2B6-4302-AEB6-0437C927C3A5}"/>
              </a:ext>
            </a:extLst>
          </p:cNvPr>
          <p:cNvSpPr>
            <a:spLocks xmlns:a="http://schemas.openxmlformats.org/drawingml/2006/main" noGrp="1"/>
          </p:cNvSpPr>
          <p:nvPr/>
        </p:nvSpPr>
        <p:spPr>
          <a:xfrm xmlns:a="http://schemas.openxmlformats.org/drawingml/2006/main">
            <a:off x="571500" y="41910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75" b="1">
                <a:solidFill>
                  <a:srgbClr val="F5F7FB"/>
                </a:solidFill>
                <a:latin typeface="Arial"/>
                <a:ea typeface="Arial"/>
                <a:cs typeface="Arial"/>
              </a:defRPr>
            </a:defPPr>
            <a:lvl1pPr algn="l">
              <a:defRPr sz="3375" b="1">
                <a:solidFill>
                  <a:srgbClr val="F5F7FB"/>
                </a:solidFill>
                <a:latin typeface="Arial"/>
                <a:ea typeface="Arial"/>
                <a:cs typeface="Arial"/>
              </a:defRPr>
            </a:lvl1pPr>
            <a:lvl2pPr algn="l">
              <a:defRPr sz="3375" b="1">
                <a:solidFill>
                  <a:srgbClr val="F5F7FB"/>
                </a:solidFill>
                <a:latin typeface="Arial"/>
                <a:ea typeface="Arial"/>
                <a:cs typeface="Arial"/>
              </a:defRPr>
            </a:lvl2pPr>
            <a:lvl3pPr algn="l">
              <a:defRPr sz="3375" b="1">
                <a:solidFill>
                  <a:srgbClr val="F5F7FB"/>
                </a:solidFill>
                <a:latin typeface="Arial"/>
                <a:ea typeface="Arial"/>
                <a:cs typeface="Arial"/>
              </a:defRPr>
            </a:lvl3pPr>
            <a:lvl4pPr algn="l">
              <a:defRPr sz="3375" b="1">
                <a:solidFill>
                  <a:srgbClr val="F5F7FB"/>
                </a:solidFill>
                <a:latin typeface="Arial"/>
                <a:ea typeface="Arial"/>
                <a:cs typeface="Arial"/>
              </a:defRPr>
            </a:lvl4pPr>
            <a:lvl5pPr algn="l">
              <a:defRPr sz="3375" b="1">
                <a:solidFill>
                  <a:srgbClr val="F5F7FB"/>
                </a:solidFill>
                <a:latin typeface="Arial"/>
                <a:ea typeface="Arial"/>
                <a:cs typeface="Arial"/>
              </a:defRPr>
            </a:lvl5pPr>
            <a:lvl6pPr algn="l">
              <a:defRPr sz="3375" b="1">
                <a:solidFill>
                  <a:srgbClr val="F5F7FB"/>
                </a:solidFill>
                <a:latin typeface="Arial"/>
                <a:ea typeface="Arial"/>
                <a:cs typeface="Arial"/>
              </a:defRPr>
            </a:lvl6pPr>
            <a:lvl7pPr algn="l">
              <a:defRPr sz="3375" b="1">
                <a:solidFill>
                  <a:srgbClr val="F5F7FB"/>
                </a:solidFill>
                <a:latin typeface="Arial"/>
                <a:ea typeface="Arial"/>
                <a:cs typeface="Arial"/>
              </a:defRPr>
            </a:lvl7pPr>
            <a:lvl8pPr algn="l">
              <a:defRPr sz="3375" b="1">
                <a:solidFill>
                  <a:srgbClr val="F5F7FB"/>
                </a:solidFill>
                <a:latin typeface="Arial"/>
                <a:ea typeface="Arial"/>
                <a:cs typeface="Arial"/>
              </a:defRPr>
            </a:lvl8pPr>
            <a:lvl9pPr algn="l">
              <a:defRPr sz="3375" b="1">
                <a:solidFill>
                  <a:srgbClr val="F5F7FB"/>
                </a:solidFill>
                <a:latin typeface="Arial"/>
                <a:ea typeface="Arial"/>
                <a:cs typeface="Arial"/>
              </a:defRPr>
            </a:lvl9pPr>
          </a:lstStyle>
          <a:p xmlns:a="http://schemas.openxmlformats.org/drawingml/2006/main">
            <a:pPr algn="l">
              <a:defRPr sz="3375" b="1">
                <a:solidFill>
                  <a:srgbClr val="F5F7FB"/>
                </a:solidFill>
                <a:latin typeface="Arial"/>
                <a:ea typeface="Arial"/>
                <a:cs typeface="Arial"/>
              </a:defRPr>
            </a:pPr>
            <a:r>
              <a:rPr sz="3375" b="1">
                <a:solidFill>
                  <a:srgbClr val="F5F7FB"/>
                </a:solidFill>
                <a:latin typeface="Arial"/>
                <a:ea typeface="Arial"/>
                <a:cs typeface="Arial"/>
              </a:rPr>
              <a:t>Deployment and commissioning</a:t>
            </a:r>
          </a:p>
        </p:txBody>
      </p:sp>
      <p:sp>
        <p:nvSpPr>
          <p:cNvPr id="2" name="11">
            <a:extLst xmlns:a="http://schemas.openxmlformats.org/drawingml/2006/main">
              <a:ext uri="{FF2B5EF4-FFF2-40B4-BE49-F238E27FC236}">
                <a16:creationId xmlns:a16="http://schemas.microsoft.com/office/drawing/2014/main" id="{A2D00D6D-C3D7-46B7-9A4B-B9743B9D40B6}"/>
              </a:ext>
            </a:extLst>
          </p:cNvPr>
          <p:cNvSpPr>
            <a:spLocks xmlns:a="http://schemas.openxmlformats.org/drawingml/2006/main" noGrp="1"/>
          </p:cNvSpPr>
          <p:nvPr/>
        </p:nvSpPr>
        <p:spPr>
          <a:xfrm xmlns:a="http://schemas.openxmlformats.org/drawingml/2006/main">
            <a:off x="11049000" y="63627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AAB9D0"/>
                </a:solidFill>
                <a:latin typeface="Arial"/>
                <a:ea typeface="Arial"/>
                <a:cs typeface="Arial"/>
              </a:defRPr>
            </a:defPPr>
            <a:lvl1pPr algn="r">
              <a:defRPr sz="1275" b="0">
                <a:solidFill>
                  <a:srgbClr val="AAB9D0"/>
                </a:solidFill>
                <a:latin typeface="Arial"/>
                <a:ea typeface="Arial"/>
                <a:cs typeface="Arial"/>
              </a:defRPr>
            </a:lvl1pPr>
            <a:lvl2pPr algn="r">
              <a:defRPr sz="1275" b="0">
                <a:solidFill>
                  <a:srgbClr val="AAB9D0"/>
                </a:solidFill>
                <a:latin typeface="Arial"/>
                <a:ea typeface="Arial"/>
                <a:cs typeface="Arial"/>
              </a:defRPr>
            </a:lvl2pPr>
            <a:lvl3pPr algn="r">
              <a:defRPr sz="1275" b="0">
                <a:solidFill>
                  <a:srgbClr val="AAB9D0"/>
                </a:solidFill>
                <a:latin typeface="Arial"/>
                <a:ea typeface="Arial"/>
                <a:cs typeface="Arial"/>
              </a:defRPr>
            </a:lvl3pPr>
            <a:lvl4pPr algn="r">
              <a:defRPr sz="1275" b="0">
                <a:solidFill>
                  <a:srgbClr val="AAB9D0"/>
                </a:solidFill>
                <a:latin typeface="Arial"/>
                <a:ea typeface="Arial"/>
                <a:cs typeface="Arial"/>
              </a:defRPr>
            </a:lvl4pPr>
            <a:lvl5pPr algn="r">
              <a:defRPr sz="1275" b="0">
                <a:solidFill>
                  <a:srgbClr val="AAB9D0"/>
                </a:solidFill>
                <a:latin typeface="Arial"/>
                <a:ea typeface="Arial"/>
                <a:cs typeface="Arial"/>
              </a:defRPr>
            </a:lvl5pPr>
            <a:lvl6pPr algn="r">
              <a:defRPr sz="1275" b="0">
                <a:solidFill>
                  <a:srgbClr val="AAB9D0"/>
                </a:solidFill>
                <a:latin typeface="Arial"/>
                <a:ea typeface="Arial"/>
                <a:cs typeface="Arial"/>
              </a:defRPr>
            </a:lvl6pPr>
            <a:lvl7pPr algn="r">
              <a:defRPr sz="1275" b="0">
                <a:solidFill>
                  <a:srgbClr val="AAB9D0"/>
                </a:solidFill>
                <a:latin typeface="Arial"/>
                <a:ea typeface="Arial"/>
                <a:cs typeface="Arial"/>
              </a:defRPr>
            </a:lvl7pPr>
            <a:lvl8pPr algn="r">
              <a:defRPr sz="1275" b="0">
                <a:solidFill>
                  <a:srgbClr val="AAB9D0"/>
                </a:solidFill>
                <a:latin typeface="Arial"/>
                <a:ea typeface="Arial"/>
                <a:cs typeface="Arial"/>
              </a:defRPr>
            </a:lvl8pPr>
            <a:lvl9pPr algn="r">
              <a:defRPr sz="1275" b="0">
                <a:solidFill>
                  <a:srgbClr val="AAB9D0"/>
                </a:solidFill>
                <a:latin typeface="Arial"/>
                <a:ea typeface="Arial"/>
                <a:cs typeface="Arial"/>
              </a:defRPr>
            </a:lvl9pPr>
          </a:lstStyle>
          <a:p xmlns:a="http://schemas.openxmlformats.org/drawingml/2006/main">
            <a:pPr algn="r">
              <a:defRPr sz="1275" b="0">
                <a:solidFill>
                  <a:srgbClr val="AAB9D0"/>
                </a:solidFill>
                <a:latin typeface="Arial"/>
                <a:ea typeface="Arial"/>
                <a:cs typeface="Arial"/>
              </a:defRPr>
            </a:pPr>
            <a:r>
              <a:rPr sz="1275" b="0">
                <a:solidFill>
                  <a:srgbClr val="AAB9D0"/>
                </a:solidFill>
                <a:latin typeface="Arial"/>
                <a:ea typeface="Arial"/>
                <a:cs typeface="Arial"/>
              </a:rPr>
              <a:t>11</a:t>
            </a:r>
          </a:p>
        </p:txBody>
      </p:sp>
      <p:sp>
        <p:nvSpPr>
          <p:cNvPr id="3" name="01">
            <a:extLst xmlns:a="http://schemas.openxmlformats.org/drawingml/2006/main">
              <a:ext uri="{FF2B5EF4-FFF2-40B4-BE49-F238E27FC236}">
                <a16:creationId xmlns:a16="http://schemas.microsoft.com/office/drawing/2014/main" id="{08D9F234-C3B8-444E-ABDE-0BD2DDDE13E3}"/>
              </a:ext>
            </a:extLst>
          </p:cNvPr>
          <p:cNvSpPr>
            <a:spLocks xmlns:a="http://schemas.openxmlformats.org/drawingml/2006/main" noGrp="1"/>
          </p:cNvSpPr>
          <p:nvPr/>
        </p:nvSpPr>
        <p:spPr>
          <a:xfrm xmlns:a="http://schemas.openxmlformats.org/drawingml/2006/main">
            <a:off x="571500" y="1571625"/>
            <a:ext cx="762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48DDCC"/>
                </a:solidFill>
                <a:latin typeface="Arial"/>
                <a:ea typeface="Arial"/>
                <a:cs typeface="Arial"/>
              </a:defRPr>
            </a:defPPr>
            <a:lvl1pPr algn="l">
              <a:defRPr sz="3000" b="1">
                <a:solidFill>
                  <a:srgbClr val="48DDCC"/>
                </a:solidFill>
                <a:latin typeface="Arial"/>
                <a:ea typeface="Arial"/>
                <a:cs typeface="Arial"/>
              </a:defRPr>
            </a:lvl1pPr>
            <a:lvl2pPr algn="l">
              <a:defRPr sz="3000" b="1">
                <a:solidFill>
                  <a:srgbClr val="48DDCC"/>
                </a:solidFill>
                <a:latin typeface="Arial"/>
                <a:ea typeface="Arial"/>
                <a:cs typeface="Arial"/>
              </a:defRPr>
            </a:lvl2pPr>
            <a:lvl3pPr algn="l">
              <a:defRPr sz="3000" b="1">
                <a:solidFill>
                  <a:srgbClr val="48DDCC"/>
                </a:solidFill>
                <a:latin typeface="Arial"/>
                <a:ea typeface="Arial"/>
                <a:cs typeface="Arial"/>
              </a:defRPr>
            </a:lvl3pPr>
            <a:lvl4pPr algn="l">
              <a:defRPr sz="3000" b="1">
                <a:solidFill>
                  <a:srgbClr val="48DDCC"/>
                </a:solidFill>
                <a:latin typeface="Arial"/>
                <a:ea typeface="Arial"/>
                <a:cs typeface="Arial"/>
              </a:defRPr>
            </a:lvl4pPr>
            <a:lvl5pPr algn="l">
              <a:defRPr sz="3000" b="1">
                <a:solidFill>
                  <a:srgbClr val="48DDCC"/>
                </a:solidFill>
                <a:latin typeface="Arial"/>
                <a:ea typeface="Arial"/>
                <a:cs typeface="Arial"/>
              </a:defRPr>
            </a:lvl5pPr>
            <a:lvl6pPr algn="l">
              <a:defRPr sz="3000" b="1">
                <a:solidFill>
                  <a:srgbClr val="48DDCC"/>
                </a:solidFill>
                <a:latin typeface="Arial"/>
                <a:ea typeface="Arial"/>
                <a:cs typeface="Arial"/>
              </a:defRPr>
            </a:lvl6pPr>
            <a:lvl7pPr algn="l">
              <a:defRPr sz="3000" b="1">
                <a:solidFill>
                  <a:srgbClr val="48DDCC"/>
                </a:solidFill>
                <a:latin typeface="Arial"/>
                <a:ea typeface="Arial"/>
                <a:cs typeface="Arial"/>
              </a:defRPr>
            </a:lvl7pPr>
            <a:lvl8pPr algn="l">
              <a:defRPr sz="3000" b="1">
                <a:solidFill>
                  <a:srgbClr val="48DDCC"/>
                </a:solidFill>
                <a:latin typeface="Arial"/>
                <a:ea typeface="Arial"/>
                <a:cs typeface="Arial"/>
              </a:defRPr>
            </a:lvl8pPr>
            <a:lvl9pPr algn="l">
              <a:defRPr sz="3000" b="1">
                <a:solidFill>
                  <a:srgbClr val="48DDCC"/>
                </a:solidFill>
                <a:latin typeface="Arial"/>
                <a:ea typeface="Arial"/>
                <a:cs typeface="Arial"/>
              </a:defRPr>
            </a:lvl9pPr>
          </a:lstStyle>
          <a:p xmlns:a="http://schemas.openxmlformats.org/drawingml/2006/main">
            <a:pPr algn="l">
              <a:defRPr sz="3000" b="1">
                <a:solidFill>
                  <a:srgbClr val="48DDCC"/>
                </a:solidFill>
                <a:latin typeface="Arial"/>
                <a:ea typeface="Arial"/>
                <a:cs typeface="Arial"/>
              </a:defRPr>
            </a:pPr>
            <a:r>
              <a:rPr sz="3000" b="1">
                <a:solidFill>
                  <a:srgbClr val="48DDCC"/>
                </a:solidFill>
                <a:latin typeface="Arial"/>
                <a:ea typeface="Arial"/>
                <a:cs typeface="Arial"/>
              </a:rPr>
              <a:t>01</a:t>
            </a:r>
          </a:p>
        </p:txBody>
      </p:sp>
      <p:sp>
        <p:nvSpPr>
          <p:cNvPr id="4" name="Server bootstrap">
            <a:extLst xmlns:a="http://schemas.openxmlformats.org/drawingml/2006/main">
              <a:ext uri="{FF2B5EF4-FFF2-40B4-BE49-F238E27FC236}">
                <a16:creationId xmlns:a16="http://schemas.microsoft.com/office/drawing/2014/main" id="{06AA8E50-79DA-4F62-9E7E-32DCFA5E58E5}"/>
              </a:ext>
            </a:extLst>
          </p:cNvPr>
          <p:cNvSpPr>
            <a:spLocks xmlns:a="http://schemas.openxmlformats.org/drawingml/2006/main" noGrp="1"/>
          </p:cNvSpPr>
          <p:nvPr/>
        </p:nvSpPr>
        <p:spPr>
          <a:xfrm xmlns:a="http://schemas.openxmlformats.org/drawingml/2006/main">
            <a:off x="1714500" y="1571625"/>
            <a:ext cx="9525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F5F7FB"/>
                </a:solidFill>
                <a:latin typeface="Arial"/>
                <a:ea typeface="Arial"/>
                <a:cs typeface="Arial"/>
              </a:defRPr>
            </a:defPPr>
            <a:lvl1pPr algn="l">
              <a:defRPr sz="2400" b="1">
                <a:solidFill>
                  <a:srgbClr val="F5F7FB"/>
                </a:solidFill>
                <a:latin typeface="Arial"/>
                <a:ea typeface="Arial"/>
                <a:cs typeface="Arial"/>
              </a:defRPr>
            </a:lvl1pPr>
            <a:lvl2pPr algn="l">
              <a:defRPr sz="2400" b="1">
                <a:solidFill>
                  <a:srgbClr val="F5F7FB"/>
                </a:solidFill>
                <a:latin typeface="Arial"/>
                <a:ea typeface="Arial"/>
                <a:cs typeface="Arial"/>
              </a:defRPr>
            </a:lvl2pPr>
            <a:lvl3pPr algn="l">
              <a:defRPr sz="2400" b="1">
                <a:solidFill>
                  <a:srgbClr val="F5F7FB"/>
                </a:solidFill>
                <a:latin typeface="Arial"/>
                <a:ea typeface="Arial"/>
                <a:cs typeface="Arial"/>
              </a:defRPr>
            </a:lvl3pPr>
            <a:lvl4pPr algn="l">
              <a:defRPr sz="2400" b="1">
                <a:solidFill>
                  <a:srgbClr val="F5F7FB"/>
                </a:solidFill>
                <a:latin typeface="Arial"/>
                <a:ea typeface="Arial"/>
                <a:cs typeface="Arial"/>
              </a:defRPr>
            </a:lvl4pPr>
            <a:lvl5pPr algn="l">
              <a:defRPr sz="2400" b="1">
                <a:solidFill>
                  <a:srgbClr val="F5F7FB"/>
                </a:solidFill>
                <a:latin typeface="Arial"/>
                <a:ea typeface="Arial"/>
                <a:cs typeface="Arial"/>
              </a:defRPr>
            </a:lvl5pPr>
            <a:lvl6pPr algn="l">
              <a:defRPr sz="2400" b="1">
                <a:solidFill>
                  <a:srgbClr val="F5F7FB"/>
                </a:solidFill>
                <a:latin typeface="Arial"/>
                <a:ea typeface="Arial"/>
                <a:cs typeface="Arial"/>
              </a:defRPr>
            </a:lvl6pPr>
            <a:lvl7pPr algn="l">
              <a:defRPr sz="2400" b="1">
                <a:solidFill>
                  <a:srgbClr val="F5F7FB"/>
                </a:solidFill>
                <a:latin typeface="Arial"/>
                <a:ea typeface="Arial"/>
                <a:cs typeface="Arial"/>
              </a:defRPr>
            </a:lvl7pPr>
            <a:lvl8pPr algn="l">
              <a:defRPr sz="2400" b="1">
                <a:solidFill>
                  <a:srgbClr val="F5F7FB"/>
                </a:solidFill>
                <a:latin typeface="Arial"/>
                <a:ea typeface="Arial"/>
                <a:cs typeface="Arial"/>
              </a:defRPr>
            </a:lvl8pPr>
            <a:lvl9pPr algn="l">
              <a:defRPr sz="2400" b="1">
                <a:solidFill>
                  <a:srgbClr val="F5F7FB"/>
                </a:solidFill>
                <a:latin typeface="Arial"/>
                <a:ea typeface="Arial"/>
                <a:cs typeface="Arial"/>
              </a:defRPr>
            </a:lvl9pPr>
          </a:lstStyle>
          <a:p xmlns:a="http://schemas.openxmlformats.org/drawingml/2006/main">
            <a:pPr algn="l">
              <a:defRPr sz="2400" b="1">
                <a:solidFill>
                  <a:srgbClr val="F5F7FB"/>
                </a:solidFill>
                <a:latin typeface="Arial"/>
                <a:ea typeface="Arial"/>
                <a:cs typeface="Arial"/>
              </a:defRPr>
            </a:pPr>
            <a:r>
              <a:rPr sz="2400" b="1">
                <a:solidFill>
                  <a:srgbClr val="F5F7FB"/>
                </a:solidFill>
                <a:latin typeface="Arial"/>
                <a:ea typeface="Arial"/>
                <a:cs typeface="Arial"/>
              </a:rPr>
              <a:t>Server bootstrap</a:t>
            </a:r>
          </a:p>
        </p:txBody>
      </p:sp>
      <p:sp>
        <p:nvSpPr>
          <p:cNvPr id="5" name="Images, static IP, firewall, Asterisk and Opus">
            <a:extLst xmlns:a="http://schemas.openxmlformats.org/drawingml/2006/main">
              <a:ext uri="{FF2B5EF4-FFF2-40B4-BE49-F238E27FC236}">
                <a16:creationId xmlns:a16="http://schemas.microsoft.com/office/drawing/2014/main" id="{7377B37F-C624-4ED9-A1D4-43EA009755EE}"/>
              </a:ext>
            </a:extLst>
          </p:cNvPr>
          <p:cNvSpPr>
            <a:spLocks xmlns:a="http://schemas.openxmlformats.org/drawingml/2006/main" noGrp="1"/>
          </p:cNvSpPr>
          <p:nvPr/>
        </p:nvSpPr>
        <p:spPr>
          <a:xfrm xmlns:a="http://schemas.openxmlformats.org/drawingml/2006/main">
            <a:off x="1714500" y="2038350"/>
            <a:ext cx="952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AAB9D0"/>
                </a:solidFill>
                <a:latin typeface="Arial"/>
                <a:ea typeface="Arial"/>
                <a:cs typeface="Arial"/>
              </a:defRPr>
            </a:defPPr>
            <a:lvl1pPr algn="l">
              <a:defRPr sz="1875" b="0">
                <a:solidFill>
                  <a:srgbClr val="AAB9D0"/>
                </a:solidFill>
                <a:latin typeface="Arial"/>
                <a:ea typeface="Arial"/>
                <a:cs typeface="Arial"/>
              </a:defRPr>
            </a:lvl1pPr>
            <a:lvl2pPr algn="l">
              <a:defRPr sz="1875" b="0">
                <a:solidFill>
                  <a:srgbClr val="AAB9D0"/>
                </a:solidFill>
                <a:latin typeface="Arial"/>
                <a:ea typeface="Arial"/>
                <a:cs typeface="Arial"/>
              </a:defRPr>
            </a:lvl2pPr>
            <a:lvl3pPr algn="l">
              <a:defRPr sz="1875" b="0">
                <a:solidFill>
                  <a:srgbClr val="AAB9D0"/>
                </a:solidFill>
                <a:latin typeface="Arial"/>
                <a:ea typeface="Arial"/>
                <a:cs typeface="Arial"/>
              </a:defRPr>
            </a:lvl3pPr>
            <a:lvl4pPr algn="l">
              <a:defRPr sz="1875" b="0">
                <a:solidFill>
                  <a:srgbClr val="AAB9D0"/>
                </a:solidFill>
                <a:latin typeface="Arial"/>
                <a:ea typeface="Arial"/>
                <a:cs typeface="Arial"/>
              </a:defRPr>
            </a:lvl4pPr>
            <a:lvl5pPr algn="l">
              <a:defRPr sz="1875" b="0">
                <a:solidFill>
                  <a:srgbClr val="AAB9D0"/>
                </a:solidFill>
                <a:latin typeface="Arial"/>
                <a:ea typeface="Arial"/>
                <a:cs typeface="Arial"/>
              </a:defRPr>
            </a:lvl5pPr>
            <a:lvl6pPr algn="l">
              <a:defRPr sz="1875" b="0">
                <a:solidFill>
                  <a:srgbClr val="AAB9D0"/>
                </a:solidFill>
                <a:latin typeface="Arial"/>
                <a:ea typeface="Arial"/>
                <a:cs typeface="Arial"/>
              </a:defRPr>
            </a:lvl6pPr>
            <a:lvl7pPr algn="l">
              <a:defRPr sz="1875" b="0">
                <a:solidFill>
                  <a:srgbClr val="AAB9D0"/>
                </a:solidFill>
                <a:latin typeface="Arial"/>
                <a:ea typeface="Arial"/>
                <a:cs typeface="Arial"/>
              </a:defRPr>
            </a:lvl7pPr>
            <a:lvl8pPr algn="l">
              <a:defRPr sz="1875" b="0">
                <a:solidFill>
                  <a:srgbClr val="AAB9D0"/>
                </a:solidFill>
                <a:latin typeface="Arial"/>
                <a:ea typeface="Arial"/>
                <a:cs typeface="Arial"/>
              </a:defRPr>
            </a:lvl8pPr>
            <a:lvl9pPr algn="l">
              <a:defRPr sz="1875" b="0">
                <a:solidFill>
                  <a:srgbClr val="AAB9D0"/>
                </a:solidFill>
                <a:latin typeface="Arial"/>
                <a:ea typeface="Arial"/>
                <a:cs typeface="Arial"/>
              </a:defRPr>
            </a:lvl9pPr>
          </a:lstStyle>
          <a:p xmlns:a="http://schemas.openxmlformats.org/drawingml/2006/main">
            <a:pPr algn="l">
              <a:defRPr sz="1875" b="0">
                <a:solidFill>
                  <a:srgbClr val="AAB9D0"/>
                </a:solidFill>
                <a:latin typeface="Arial"/>
                <a:ea typeface="Arial"/>
                <a:cs typeface="Arial"/>
              </a:defRPr>
            </a:pPr>
            <a:r>
              <a:rPr sz="1875" b="0">
                <a:solidFill>
                  <a:srgbClr val="AAB9D0"/>
                </a:solidFill>
                <a:latin typeface="Arial"/>
                <a:ea typeface="Arial"/>
                <a:cs typeface="Arial"/>
              </a:rPr>
              <a:t>Images, static IP, firewall, Asterisk and Opus</a:t>
            </a:r>
          </a:p>
        </p:txBody>
      </p:sp>
      <p:sp>
        <p:nvSpPr>
          <p:cNvPr id="6" name="02">
            <a:extLst xmlns:a="http://schemas.openxmlformats.org/drawingml/2006/main">
              <a:ext uri="{FF2B5EF4-FFF2-40B4-BE49-F238E27FC236}">
                <a16:creationId xmlns:a16="http://schemas.microsoft.com/office/drawing/2014/main" id="{4306D744-BB9A-4513-9652-ED78202999A5}"/>
              </a:ext>
            </a:extLst>
          </p:cNvPr>
          <p:cNvSpPr>
            <a:spLocks xmlns:a="http://schemas.openxmlformats.org/drawingml/2006/main" noGrp="1"/>
          </p:cNvSpPr>
          <p:nvPr/>
        </p:nvSpPr>
        <p:spPr>
          <a:xfrm xmlns:a="http://schemas.openxmlformats.org/drawingml/2006/main">
            <a:off x="571500" y="2628900"/>
            <a:ext cx="762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FF836D"/>
                </a:solidFill>
                <a:latin typeface="Arial"/>
                <a:ea typeface="Arial"/>
                <a:cs typeface="Arial"/>
              </a:defRPr>
            </a:defPPr>
            <a:lvl1pPr algn="l">
              <a:defRPr sz="3000" b="1">
                <a:solidFill>
                  <a:srgbClr val="FF836D"/>
                </a:solidFill>
                <a:latin typeface="Arial"/>
                <a:ea typeface="Arial"/>
                <a:cs typeface="Arial"/>
              </a:defRPr>
            </a:lvl1pPr>
            <a:lvl2pPr algn="l">
              <a:defRPr sz="3000" b="1">
                <a:solidFill>
                  <a:srgbClr val="FF836D"/>
                </a:solidFill>
                <a:latin typeface="Arial"/>
                <a:ea typeface="Arial"/>
                <a:cs typeface="Arial"/>
              </a:defRPr>
            </a:lvl2pPr>
            <a:lvl3pPr algn="l">
              <a:defRPr sz="3000" b="1">
                <a:solidFill>
                  <a:srgbClr val="FF836D"/>
                </a:solidFill>
                <a:latin typeface="Arial"/>
                <a:ea typeface="Arial"/>
                <a:cs typeface="Arial"/>
              </a:defRPr>
            </a:lvl3pPr>
            <a:lvl4pPr algn="l">
              <a:defRPr sz="3000" b="1">
                <a:solidFill>
                  <a:srgbClr val="FF836D"/>
                </a:solidFill>
                <a:latin typeface="Arial"/>
                <a:ea typeface="Arial"/>
                <a:cs typeface="Arial"/>
              </a:defRPr>
            </a:lvl4pPr>
            <a:lvl5pPr algn="l">
              <a:defRPr sz="3000" b="1">
                <a:solidFill>
                  <a:srgbClr val="FF836D"/>
                </a:solidFill>
                <a:latin typeface="Arial"/>
                <a:ea typeface="Arial"/>
                <a:cs typeface="Arial"/>
              </a:defRPr>
            </a:lvl5pPr>
            <a:lvl6pPr algn="l">
              <a:defRPr sz="3000" b="1">
                <a:solidFill>
                  <a:srgbClr val="FF836D"/>
                </a:solidFill>
                <a:latin typeface="Arial"/>
                <a:ea typeface="Arial"/>
                <a:cs typeface="Arial"/>
              </a:defRPr>
            </a:lvl6pPr>
            <a:lvl7pPr algn="l">
              <a:defRPr sz="3000" b="1">
                <a:solidFill>
                  <a:srgbClr val="FF836D"/>
                </a:solidFill>
                <a:latin typeface="Arial"/>
                <a:ea typeface="Arial"/>
                <a:cs typeface="Arial"/>
              </a:defRPr>
            </a:lvl7pPr>
            <a:lvl8pPr algn="l">
              <a:defRPr sz="3000" b="1">
                <a:solidFill>
                  <a:srgbClr val="FF836D"/>
                </a:solidFill>
                <a:latin typeface="Arial"/>
                <a:ea typeface="Arial"/>
                <a:cs typeface="Arial"/>
              </a:defRPr>
            </a:lvl8pPr>
            <a:lvl9pPr algn="l">
              <a:defRPr sz="3000" b="1">
                <a:solidFill>
                  <a:srgbClr val="FF836D"/>
                </a:solidFill>
                <a:latin typeface="Arial"/>
                <a:ea typeface="Arial"/>
                <a:cs typeface="Arial"/>
              </a:defRPr>
            </a:lvl9pPr>
          </a:lstStyle>
          <a:p xmlns:a="http://schemas.openxmlformats.org/drawingml/2006/main">
            <a:pPr algn="l">
              <a:defRPr sz="3000" b="1">
                <a:solidFill>
                  <a:srgbClr val="FF836D"/>
                </a:solidFill>
                <a:latin typeface="Arial"/>
                <a:ea typeface="Arial"/>
                <a:cs typeface="Arial"/>
              </a:defRPr>
            </a:pPr>
            <a:r>
              <a:rPr sz="3000" b="1">
                <a:solidFill>
                  <a:srgbClr val="FF836D"/>
                </a:solidFill>
                <a:latin typeface="Arial"/>
                <a:ea typeface="Arial"/>
                <a:cs typeface="Arial"/>
              </a:rPr>
              <a:t>02</a:t>
            </a:r>
          </a:p>
        </p:txBody>
      </p:sp>
      <p:sp>
        <p:nvSpPr>
          <p:cNvPr id="7" name="Verified pilot phone">
            <a:extLst xmlns:a="http://schemas.openxmlformats.org/drawingml/2006/main">
              <a:ext uri="{FF2B5EF4-FFF2-40B4-BE49-F238E27FC236}">
                <a16:creationId xmlns:a16="http://schemas.microsoft.com/office/drawing/2014/main" id="{AD0022A7-2C1B-4FBB-B5AD-F98E89681FDA}"/>
              </a:ext>
            </a:extLst>
          </p:cNvPr>
          <p:cNvSpPr>
            <a:spLocks xmlns:a="http://schemas.openxmlformats.org/drawingml/2006/main" noGrp="1"/>
          </p:cNvSpPr>
          <p:nvPr/>
        </p:nvSpPr>
        <p:spPr>
          <a:xfrm xmlns:a="http://schemas.openxmlformats.org/drawingml/2006/main">
            <a:off x="1714500" y="2628900"/>
            <a:ext cx="9525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F5F7FB"/>
                </a:solidFill>
                <a:latin typeface="Arial"/>
                <a:ea typeface="Arial"/>
                <a:cs typeface="Arial"/>
              </a:defRPr>
            </a:defPPr>
            <a:lvl1pPr algn="l">
              <a:defRPr sz="2400" b="1">
                <a:solidFill>
                  <a:srgbClr val="F5F7FB"/>
                </a:solidFill>
                <a:latin typeface="Arial"/>
                <a:ea typeface="Arial"/>
                <a:cs typeface="Arial"/>
              </a:defRPr>
            </a:lvl1pPr>
            <a:lvl2pPr algn="l">
              <a:defRPr sz="2400" b="1">
                <a:solidFill>
                  <a:srgbClr val="F5F7FB"/>
                </a:solidFill>
                <a:latin typeface="Arial"/>
                <a:ea typeface="Arial"/>
                <a:cs typeface="Arial"/>
              </a:defRPr>
            </a:lvl2pPr>
            <a:lvl3pPr algn="l">
              <a:defRPr sz="2400" b="1">
                <a:solidFill>
                  <a:srgbClr val="F5F7FB"/>
                </a:solidFill>
                <a:latin typeface="Arial"/>
                <a:ea typeface="Arial"/>
                <a:cs typeface="Arial"/>
              </a:defRPr>
            </a:lvl3pPr>
            <a:lvl4pPr algn="l">
              <a:defRPr sz="2400" b="1">
                <a:solidFill>
                  <a:srgbClr val="F5F7FB"/>
                </a:solidFill>
                <a:latin typeface="Arial"/>
                <a:ea typeface="Arial"/>
                <a:cs typeface="Arial"/>
              </a:defRPr>
            </a:lvl4pPr>
            <a:lvl5pPr algn="l">
              <a:defRPr sz="2400" b="1">
                <a:solidFill>
                  <a:srgbClr val="F5F7FB"/>
                </a:solidFill>
                <a:latin typeface="Arial"/>
                <a:ea typeface="Arial"/>
                <a:cs typeface="Arial"/>
              </a:defRPr>
            </a:lvl5pPr>
            <a:lvl6pPr algn="l">
              <a:defRPr sz="2400" b="1">
                <a:solidFill>
                  <a:srgbClr val="F5F7FB"/>
                </a:solidFill>
                <a:latin typeface="Arial"/>
                <a:ea typeface="Arial"/>
                <a:cs typeface="Arial"/>
              </a:defRPr>
            </a:lvl6pPr>
            <a:lvl7pPr algn="l">
              <a:defRPr sz="2400" b="1">
                <a:solidFill>
                  <a:srgbClr val="F5F7FB"/>
                </a:solidFill>
                <a:latin typeface="Arial"/>
                <a:ea typeface="Arial"/>
                <a:cs typeface="Arial"/>
              </a:defRPr>
            </a:lvl7pPr>
            <a:lvl8pPr algn="l">
              <a:defRPr sz="2400" b="1">
                <a:solidFill>
                  <a:srgbClr val="F5F7FB"/>
                </a:solidFill>
                <a:latin typeface="Arial"/>
                <a:ea typeface="Arial"/>
                <a:cs typeface="Arial"/>
              </a:defRPr>
            </a:lvl8pPr>
            <a:lvl9pPr algn="l">
              <a:defRPr sz="2400" b="1">
                <a:solidFill>
                  <a:srgbClr val="F5F7FB"/>
                </a:solidFill>
                <a:latin typeface="Arial"/>
                <a:ea typeface="Arial"/>
                <a:cs typeface="Arial"/>
              </a:defRPr>
            </a:lvl9pPr>
          </a:lstStyle>
          <a:p xmlns:a="http://schemas.openxmlformats.org/drawingml/2006/main">
            <a:pPr algn="l">
              <a:defRPr sz="2400" b="1">
                <a:solidFill>
                  <a:srgbClr val="F5F7FB"/>
                </a:solidFill>
                <a:latin typeface="Arial"/>
                <a:ea typeface="Arial"/>
                <a:cs typeface="Arial"/>
              </a:defRPr>
            </a:pPr>
            <a:r>
              <a:rPr sz="2400" b="1">
                <a:solidFill>
                  <a:srgbClr val="F5F7FB"/>
                </a:solidFill>
                <a:latin typeface="Arial"/>
                <a:ea typeface="Arial"/>
                <a:cs typeface="Arial"/>
              </a:rPr>
              <a:t>Verified pilot phone</a:t>
            </a:r>
          </a:p>
        </p:txBody>
      </p:sp>
      <p:sp>
        <p:nvSpPr>
          <p:cNvPr id="8" name="PID / HW / Load / MAC, SIP profile, temporary TFTP">
            <a:extLst xmlns:a="http://schemas.openxmlformats.org/drawingml/2006/main">
              <a:ext uri="{FF2B5EF4-FFF2-40B4-BE49-F238E27FC236}">
                <a16:creationId xmlns:a16="http://schemas.microsoft.com/office/drawing/2014/main" id="{7F370584-5A73-4BBA-AF7E-41888CD1FE9D}"/>
              </a:ext>
            </a:extLst>
          </p:cNvPr>
          <p:cNvSpPr>
            <a:spLocks xmlns:a="http://schemas.openxmlformats.org/drawingml/2006/main" noGrp="1"/>
          </p:cNvSpPr>
          <p:nvPr/>
        </p:nvSpPr>
        <p:spPr>
          <a:xfrm xmlns:a="http://schemas.openxmlformats.org/drawingml/2006/main">
            <a:off x="1714500" y="3095625"/>
            <a:ext cx="952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AAB9D0"/>
                </a:solidFill>
                <a:latin typeface="Arial"/>
                <a:ea typeface="Arial"/>
                <a:cs typeface="Arial"/>
              </a:defRPr>
            </a:defPPr>
            <a:lvl1pPr algn="l">
              <a:defRPr sz="1875" b="0">
                <a:solidFill>
                  <a:srgbClr val="AAB9D0"/>
                </a:solidFill>
                <a:latin typeface="Arial"/>
                <a:ea typeface="Arial"/>
                <a:cs typeface="Arial"/>
              </a:defRPr>
            </a:lvl1pPr>
            <a:lvl2pPr algn="l">
              <a:defRPr sz="1875" b="0">
                <a:solidFill>
                  <a:srgbClr val="AAB9D0"/>
                </a:solidFill>
                <a:latin typeface="Arial"/>
                <a:ea typeface="Arial"/>
                <a:cs typeface="Arial"/>
              </a:defRPr>
            </a:lvl2pPr>
            <a:lvl3pPr algn="l">
              <a:defRPr sz="1875" b="0">
                <a:solidFill>
                  <a:srgbClr val="AAB9D0"/>
                </a:solidFill>
                <a:latin typeface="Arial"/>
                <a:ea typeface="Arial"/>
                <a:cs typeface="Arial"/>
              </a:defRPr>
            </a:lvl3pPr>
            <a:lvl4pPr algn="l">
              <a:defRPr sz="1875" b="0">
                <a:solidFill>
                  <a:srgbClr val="AAB9D0"/>
                </a:solidFill>
                <a:latin typeface="Arial"/>
                <a:ea typeface="Arial"/>
                <a:cs typeface="Arial"/>
              </a:defRPr>
            </a:lvl4pPr>
            <a:lvl5pPr algn="l">
              <a:defRPr sz="1875" b="0">
                <a:solidFill>
                  <a:srgbClr val="AAB9D0"/>
                </a:solidFill>
                <a:latin typeface="Arial"/>
                <a:ea typeface="Arial"/>
                <a:cs typeface="Arial"/>
              </a:defRPr>
            </a:lvl5pPr>
            <a:lvl6pPr algn="l">
              <a:defRPr sz="1875" b="0">
                <a:solidFill>
                  <a:srgbClr val="AAB9D0"/>
                </a:solidFill>
                <a:latin typeface="Arial"/>
                <a:ea typeface="Arial"/>
                <a:cs typeface="Arial"/>
              </a:defRPr>
            </a:lvl6pPr>
            <a:lvl7pPr algn="l">
              <a:defRPr sz="1875" b="0">
                <a:solidFill>
                  <a:srgbClr val="AAB9D0"/>
                </a:solidFill>
                <a:latin typeface="Arial"/>
                <a:ea typeface="Arial"/>
                <a:cs typeface="Arial"/>
              </a:defRPr>
            </a:lvl7pPr>
            <a:lvl8pPr algn="l">
              <a:defRPr sz="1875" b="0">
                <a:solidFill>
                  <a:srgbClr val="AAB9D0"/>
                </a:solidFill>
                <a:latin typeface="Arial"/>
                <a:ea typeface="Arial"/>
                <a:cs typeface="Arial"/>
              </a:defRPr>
            </a:lvl8pPr>
            <a:lvl9pPr algn="l">
              <a:defRPr sz="1875" b="0">
                <a:solidFill>
                  <a:srgbClr val="AAB9D0"/>
                </a:solidFill>
                <a:latin typeface="Arial"/>
                <a:ea typeface="Arial"/>
                <a:cs typeface="Arial"/>
              </a:defRPr>
            </a:lvl9pPr>
          </a:lstStyle>
          <a:p xmlns:a="http://schemas.openxmlformats.org/drawingml/2006/main">
            <a:pPr algn="l">
              <a:defRPr sz="1875" b="0">
                <a:solidFill>
                  <a:srgbClr val="AAB9D0"/>
                </a:solidFill>
                <a:latin typeface="Arial"/>
                <a:ea typeface="Arial"/>
                <a:cs typeface="Arial"/>
              </a:defRPr>
            </a:pPr>
            <a:r>
              <a:rPr sz="1875" b="0">
                <a:solidFill>
                  <a:srgbClr val="AAB9D0"/>
                </a:solidFill>
                <a:latin typeface="Arial"/>
                <a:ea typeface="Arial"/>
                <a:cs typeface="Arial"/>
              </a:rPr>
              <a:t>PID / HW / Load / MAC, SIP profile, temporary TFTP</a:t>
            </a:r>
          </a:p>
        </p:txBody>
      </p:sp>
      <p:sp>
        <p:nvSpPr>
          <p:cNvPr id="9" name="03">
            <a:extLst xmlns:a="http://schemas.openxmlformats.org/drawingml/2006/main">
              <a:ext uri="{FF2B5EF4-FFF2-40B4-BE49-F238E27FC236}">
                <a16:creationId xmlns:a16="http://schemas.microsoft.com/office/drawing/2014/main" id="{D38B1971-8DB0-4209-A296-3115C4595925}"/>
              </a:ext>
            </a:extLst>
          </p:cNvPr>
          <p:cNvSpPr>
            <a:spLocks xmlns:a="http://schemas.openxmlformats.org/drawingml/2006/main" noGrp="1"/>
          </p:cNvSpPr>
          <p:nvPr/>
        </p:nvSpPr>
        <p:spPr>
          <a:xfrm xmlns:a="http://schemas.openxmlformats.org/drawingml/2006/main">
            <a:off x="571500" y="3686175"/>
            <a:ext cx="762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F7CB64"/>
                </a:solidFill>
                <a:latin typeface="Arial"/>
                <a:ea typeface="Arial"/>
                <a:cs typeface="Arial"/>
              </a:defRPr>
            </a:defPPr>
            <a:lvl1pPr algn="l">
              <a:defRPr sz="3000" b="1">
                <a:solidFill>
                  <a:srgbClr val="F7CB64"/>
                </a:solidFill>
                <a:latin typeface="Arial"/>
                <a:ea typeface="Arial"/>
                <a:cs typeface="Arial"/>
              </a:defRPr>
            </a:lvl1pPr>
            <a:lvl2pPr algn="l">
              <a:defRPr sz="3000" b="1">
                <a:solidFill>
                  <a:srgbClr val="F7CB64"/>
                </a:solidFill>
                <a:latin typeface="Arial"/>
                <a:ea typeface="Arial"/>
                <a:cs typeface="Arial"/>
              </a:defRPr>
            </a:lvl2pPr>
            <a:lvl3pPr algn="l">
              <a:defRPr sz="3000" b="1">
                <a:solidFill>
                  <a:srgbClr val="F7CB64"/>
                </a:solidFill>
                <a:latin typeface="Arial"/>
                <a:ea typeface="Arial"/>
                <a:cs typeface="Arial"/>
              </a:defRPr>
            </a:lvl3pPr>
            <a:lvl4pPr algn="l">
              <a:defRPr sz="3000" b="1">
                <a:solidFill>
                  <a:srgbClr val="F7CB64"/>
                </a:solidFill>
                <a:latin typeface="Arial"/>
                <a:ea typeface="Arial"/>
                <a:cs typeface="Arial"/>
              </a:defRPr>
            </a:lvl4pPr>
            <a:lvl5pPr algn="l">
              <a:defRPr sz="3000" b="1">
                <a:solidFill>
                  <a:srgbClr val="F7CB64"/>
                </a:solidFill>
                <a:latin typeface="Arial"/>
                <a:ea typeface="Arial"/>
                <a:cs typeface="Arial"/>
              </a:defRPr>
            </a:lvl5pPr>
            <a:lvl6pPr algn="l">
              <a:defRPr sz="3000" b="1">
                <a:solidFill>
                  <a:srgbClr val="F7CB64"/>
                </a:solidFill>
                <a:latin typeface="Arial"/>
                <a:ea typeface="Arial"/>
                <a:cs typeface="Arial"/>
              </a:defRPr>
            </a:lvl6pPr>
            <a:lvl7pPr algn="l">
              <a:defRPr sz="3000" b="1">
                <a:solidFill>
                  <a:srgbClr val="F7CB64"/>
                </a:solidFill>
                <a:latin typeface="Arial"/>
                <a:ea typeface="Arial"/>
                <a:cs typeface="Arial"/>
              </a:defRPr>
            </a:lvl7pPr>
            <a:lvl8pPr algn="l">
              <a:defRPr sz="3000" b="1">
                <a:solidFill>
                  <a:srgbClr val="F7CB64"/>
                </a:solidFill>
                <a:latin typeface="Arial"/>
                <a:ea typeface="Arial"/>
                <a:cs typeface="Arial"/>
              </a:defRPr>
            </a:lvl8pPr>
            <a:lvl9pPr algn="l">
              <a:defRPr sz="3000" b="1">
                <a:solidFill>
                  <a:srgbClr val="F7CB64"/>
                </a:solidFill>
                <a:latin typeface="Arial"/>
                <a:ea typeface="Arial"/>
                <a:cs typeface="Arial"/>
              </a:defRPr>
            </a:lvl9pPr>
          </a:lstStyle>
          <a:p xmlns:a="http://schemas.openxmlformats.org/drawingml/2006/main">
            <a:pPr algn="l">
              <a:defRPr sz="3000" b="1">
                <a:solidFill>
                  <a:srgbClr val="F7CB64"/>
                </a:solidFill>
                <a:latin typeface="Arial"/>
                <a:ea typeface="Arial"/>
                <a:cs typeface="Arial"/>
              </a:defRPr>
            </a:pPr>
            <a:r>
              <a:rPr sz="3000" b="1">
                <a:solidFill>
                  <a:srgbClr val="F7CB64"/>
                </a:solidFill>
                <a:latin typeface="Arial"/>
                <a:ea typeface="Arial"/>
                <a:cs typeface="Arial"/>
              </a:rPr>
              <a:t>03</a:t>
            </a:r>
          </a:p>
        </p:txBody>
      </p:sp>
      <p:sp>
        <p:nvSpPr>
          <p:cNvPr id="10" name="Home Assistant setup">
            <a:extLst xmlns:a="http://schemas.openxmlformats.org/drawingml/2006/main">
              <a:ext uri="{FF2B5EF4-FFF2-40B4-BE49-F238E27FC236}">
                <a16:creationId xmlns:a16="http://schemas.microsoft.com/office/drawing/2014/main" id="{3A7B8158-FF07-4280-B3D6-0DC32B2ACAD9}"/>
              </a:ext>
            </a:extLst>
          </p:cNvPr>
          <p:cNvSpPr>
            <a:spLocks xmlns:a="http://schemas.openxmlformats.org/drawingml/2006/main" noGrp="1"/>
          </p:cNvSpPr>
          <p:nvPr/>
        </p:nvSpPr>
        <p:spPr>
          <a:xfrm xmlns:a="http://schemas.openxmlformats.org/drawingml/2006/main">
            <a:off x="1714500" y="3686175"/>
            <a:ext cx="9525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F5F7FB"/>
                </a:solidFill>
                <a:latin typeface="Arial"/>
                <a:ea typeface="Arial"/>
                <a:cs typeface="Arial"/>
              </a:defRPr>
            </a:defPPr>
            <a:lvl1pPr algn="l">
              <a:defRPr sz="2400" b="1">
                <a:solidFill>
                  <a:srgbClr val="F5F7FB"/>
                </a:solidFill>
                <a:latin typeface="Arial"/>
                <a:ea typeface="Arial"/>
                <a:cs typeface="Arial"/>
              </a:defRPr>
            </a:lvl1pPr>
            <a:lvl2pPr algn="l">
              <a:defRPr sz="2400" b="1">
                <a:solidFill>
                  <a:srgbClr val="F5F7FB"/>
                </a:solidFill>
                <a:latin typeface="Arial"/>
                <a:ea typeface="Arial"/>
                <a:cs typeface="Arial"/>
              </a:defRPr>
            </a:lvl2pPr>
            <a:lvl3pPr algn="l">
              <a:defRPr sz="2400" b="1">
                <a:solidFill>
                  <a:srgbClr val="F5F7FB"/>
                </a:solidFill>
                <a:latin typeface="Arial"/>
                <a:ea typeface="Arial"/>
                <a:cs typeface="Arial"/>
              </a:defRPr>
            </a:lvl3pPr>
            <a:lvl4pPr algn="l">
              <a:defRPr sz="2400" b="1">
                <a:solidFill>
                  <a:srgbClr val="F5F7FB"/>
                </a:solidFill>
                <a:latin typeface="Arial"/>
                <a:ea typeface="Arial"/>
                <a:cs typeface="Arial"/>
              </a:defRPr>
            </a:lvl4pPr>
            <a:lvl5pPr algn="l">
              <a:defRPr sz="2400" b="1">
                <a:solidFill>
                  <a:srgbClr val="F5F7FB"/>
                </a:solidFill>
                <a:latin typeface="Arial"/>
                <a:ea typeface="Arial"/>
                <a:cs typeface="Arial"/>
              </a:defRPr>
            </a:lvl5pPr>
            <a:lvl6pPr algn="l">
              <a:defRPr sz="2400" b="1">
                <a:solidFill>
                  <a:srgbClr val="F5F7FB"/>
                </a:solidFill>
                <a:latin typeface="Arial"/>
                <a:ea typeface="Arial"/>
                <a:cs typeface="Arial"/>
              </a:defRPr>
            </a:lvl6pPr>
            <a:lvl7pPr algn="l">
              <a:defRPr sz="2400" b="1">
                <a:solidFill>
                  <a:srgbClr val="F5F7FB"/>
                </a:solidFill>
                <a:latin typeface="Arial"/>
                <a:ea typeface="Arial"/>
                <a:cs typeface="Arial"/>
              </a:defRPr>
            </a:lvl7pPr>
            <a:lvl8pPr algn="l">
              <a:defRPr sz="2400" b="1">
                <a:solidFill>
                  <a:srgbClr val="F5F7FB"/>
                </a:solidFill>
                <a:latin typeface="Arial"/>
                <a:ea typeface="Arial"/>
                <a:cs typeface="Arial"/>
              </a:defRPr>
            </a:lvl8pPr>
            <a:lvl9pPr algn="l">
              <a:defRPr sz="2400" b="1">
                <a:solidFill>
                  <a:srgbClr val="F5F7FB"/>
                </a:solidFill>
                <a:latin typeface="Arial"/>
                <a:ea typeface="Arial"/>
                <a:cs typeface="Arial"/>
              </a:defRPr>
            </a:lvl9pPr>
          </a:lstStyle>
          <a:p xmlns:a="http://schemas.openxmlformats.org/drawingml/2006/main">
            <a:pPr algn="l">
              <a:defRPr sz="2400" b="1">
                <a:solidFill>
                  <a:srgbClr val="F5F7FB"/>
                </a:solidFill>
                <a:latin typeface="Arial"/>
                <a:ea typeface="Arial"/>
                <a:cs typeface="Arial"/>
              </a:defRPr>
            </a:pPr>
            <a:r>
              <a:rPr sz="2400" b="1">
                <a:solidFill>
                  <a:srgbClr val="F5F7FB"/>
                </a:solidFill>
                <a:latin typeface="Arial"/>
                <a:ea typeface="Arial"/>
                <a:cs typeface="Arial"/>
              </a:rPr>
              <a:t>Home Assistant setup</a:t>
            </a:r>
          </a:p>
        </p:txBody>
      </p:sp>
      <p:sp>
        <p:nvSpPr>
          <p:cNvPr id="11" name="AMI /32, secret, actual entity IDs and VoIP pipeline">
            <a:extLst xmlns:a="http://schemas.openxmlformats.org/drawingml/2006/main">
              <a:ext uri="{FF2B5EF4-FFF2-40B4-BE49-F238E27FC236}">
                <a16:creationId xmlns:a16="http://schemas.microsoft.com/office/drawing/2014/main" id="{FD4927AE-6307-4CCA-83D8-0B4992443E4A}"/>
              </a:ext>
            </a:extLst>
          </p:cNvPr>
          <p:cNvSpPr>
            <a:spLocks xmlns:a="http://schemas.openxmlformats.org/drawingml/2006/main" noGrp="1"/>
          </p:cNvSpPr>
          <p:nvPr/>
        </p:nvSpPr>
        <p:spPr>
          <a:xfrm xmlns:a="http://schemas.openxmlformats.org/drawingml/2006/main">
            <a:off x="1714500" y="4152900"/>
            <a:ext cx="952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AAB9D0"/>
                </a:solidFill>
                <a:latin typeface="Arial"/>
                <a:ea typeface="Arial"/>
                <a:cs typeface="Arial"/>
              </a:defRPr>
            </a:defPPr>
            <a:lvl1pPr algn="l">
              <a:defRPr sz="1875" b="0">
                <a:solidFill>
                  <a:srgbClr val="AAB9D0"/>
                </a:solidFill>
                <a:latin typeface="Arial"/>
                <a:ea typeface="Arial"/>
                <a:cs typeface="Arial"/>
              </a:defRPr>
            </a:lvl1pPr>
            <a:lvl2pPr algn="l">
              <a:defRPr sz="1875" b="0">
                <a:solidFill>
                  <a:srgbClr val="AAB9D0"/>
                </a:solidFill>
                <a:latin typeface="Arial"/>
                <a:ea typeface="Arial"/>
                <a:cs typeface="Arial"/>
              </a:defRPr>
            </a:lvl2pPr>
            <a:lvl3pPr algn="l">
              <a:defRPr sz="1875" b="0">
                <a:solidFill>
                  <a:srgbClr val="AAB9D0"/>
                </a:solidFill>
                <a:latin typeface="Arial"/>
                <a:ea typeface="Arial"/>
                <a:cs typeface="Arial"/>
              </a:defRPr>
            </a:lvl3pPr>
            <a:lvl4pPr algn="l">
              <a:defRPr sz="1875" b="0">
                <a:solidFill>
                  <a:srgbClr val="AAB9D0"/>
                </a:solidFill>
                <a:latin typeface="Arial"/>
                <a:ea typeface="Arial"/>
                <a:cs typeface="Arial"/>
              </a:defRPr>
            </a:lvl4pPr>
            <a:lvl5pPr algn="l">
              <a:defRPr sz="1875" b="0">
                <a:solidFill>
                  <a:srgbClr val="AAB9D0"/>
                </a:solidFill>
                <a:latin typeface="Arial"/>
                <a:ea typeface="Arial"/>
                <a:cs typeface="Arial"/>
              </a:defRPr>
            </a:lvl5pPr>
            <a:lvl6pPr algn="l">
              <a:defRPr sz="1875" b="0">
                <a:solidFill>
                  <a:srgbClr val="AAB9D0"/>
                </a:solidFill>
                <a:latin typeface="Arial"/>
                <a:ea typeface="Arial"/>
                <a:cs typeface="Arial"/>
              </a:defRPr>
            </a:lvl6pPr>
            <a:lvl7pPr algn="l">
              <a:defRPr sz="1875" b="0">
                <a:solidFill>
                  <a:srgbClr val="AAB9D0"/>
                </a:solidFill>
                <a:latin typeface="Arial"/>
                <a:ea typeface="Arial"/>
                <a:cs typeface="Arial"/>
              </a:defRPr>
            </a:lvl7pPr>
            <a:lvl8pPr algn="l">
              <a:defRPr sz="1875" b="0">
                <a:solidFill>
                  <a:srgbClr val="AAB9D0"/>
                </a:solidFill>
                <a:latin typeface="Arial"/>
                <a:ea typeface="Arial"/>
                <a:cs typeface="Arial"/>
              </a:defRPr>
            </a:lvl8pPr>
            <a:lvl9pPr algn="l">
              <a:defRPr sz="1875" b="0">
                <a:solidFill>
                  <a:srgbClr val="AAB9D0"/>
                </a:solidFill>
                <a:latin typeface="Arial"/>
                <a:ea typeface="Arial"/>
                <a:cs typeface="Arial"/>
              </a:defRPr>
            </a:lvl9pPr>
          </a:lstStyle>
          <a:p xmlns:a="http://schemas.openxmlformats.org/drawingml/2006/main">
            <a:pPr algn="l">
              <a:defRPr sz="1875" b="0">
                <a:solidFill>
                  <a:srgbClr val="AAB9D0"/>
                </a:solidFill>
                <a:latin typeface="Arial"/>
                <a:ea typeface="Arial"/>
                <a:cs typeface="Arial"/>
              </a:defRPr>
            </a:pPr>
            <a:r>
              <a:rPr sz="1875" b="0">
                <a:solidFill>
                  <a:srgbClr val="AAB9D0"/>
                </a:solidFill>
                <a:latin typeface="Arial"/>
                <a:ea typeface="Arial"/>
                <a:cs typeface="Arial"/>
              </a:rPr>
              <a:t>AMI /32, secret, actual entity IDs and VoIP pipeline</a:t>
            </a:r>
          </a:p>
        </p:txBody>
      </p:sp>
      <p:sp>
        <p:nvSpPr>
          <p:cNvPr id="12" name="04">
            <a:extLst xmlns:a="http://schemas.openxmlformats.org/drawingml/2006/main">
              <a:ext uri="{FF2B5EF4-FFF2-40B4-BE49-F238E27FC236}">
                <a16:creationId xmlns:a16="http://schemas.microsoft.com/office/drawing/2014/main" id="{77FD1649-4670-450C-8588-049428D0D291}"/>
              </a:ext>
            </a:extLst>
          </p:cNvPr>
          <p:cNvSpPr>
            <a:spLocks xmlns:a="http://schemas.openxmlformats.org/drawingml/2006/main" noGrp="1"/>
          </p:cNvSpPr>
          <p:nvPr/>
        </p:nvSpPr>
        <p:spPr>
          <a:xfrm xmlns:a="http://schemas.openxmlformats.org/drawingml/2006/main">
            <a:off x="571500" y="4743450"/>
            <a:ext cx="762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48DDCC"/>
                </a:solidFill>
                <a:latin typeface="Arial"/>
                <a:ea typeface="Arial"/>
                <a:cs typeface="Arial"/>
              </a:defRPr>
            </a:defPPr>
            <a:lvl1pPr algn="l">
              <a:defRPr sz="3000" b="1">
                <a:solidFill>
                  <a:srgbClr val="48DDCC"/>
                </a:solidFill>
                <a:latin typeface="Arial"/>
                <a:ea typeface="Arial"/>
                <a:cs typeface="Arial"/>
              </a:defRPr>
            </a:lvl1pPr>
            <a:lvl2pPr algn="l">
              <a:defRPr sz="3000" b="1">
                <a:solidFill>
                  <a:srgbClr val="48DDCC"/>
                </a:solidFill>
                <a:latin typeface="Arial"/>
                <a:ea typeface="Arial"/>
                <a:cs typeface="Arial"/>
              </a:defRPr>
            </a:lvl2pPr>
            <a:lvl3pPr algn="l">
              <a:defRPr sz="3000" b="1">
                <a:solidFill>
                  <a:srgbClr val="48DDCC"/>
                </a:solidFill>
                <a:latin typeface="Arial"/>
                <a:ea typeface="Arial"/>
                <a:cs typeface="Arial"/>
              </a:defRPr>
            </a:lvl3pPr>
            <a:lvl4pPr algn="l">
              <a:defRPr sz="3000" b="1">
                <a:solidFill>
                  <a:srgbClr val="48DDCC"/>
                </a:solidFill>
                <a:latin typeface="Arial"/>
                <a:ea typeface="Arial"/>
                <a:cs typeface="Arial"/>
              </a:defRPr>
            </a:lvl4pPr>
            <a:lvl5pPr algn="l">
              <a:defRPr sz="3000" b="1">
                <a:solidFill>
                  <a:srgbClr val="48DDCC"/>
                </a:solidFill>
                <a:latin typeface="Arial"/>
                <a:ea typeface="Arial"/>
                <a:cs typeface="Arial"/>
              </a:defRPr>
            </a:lvl5pPr>
            <a:lvl6pPr algn="l">
              <a:defRPr sz="3000" b="1">
                <a:solidFill>
                  <a:srgbClr val="48DDCC"/>
                </a:solidFill>
                <a:latin typeface="Arial"/>
                <a:ea typeface="Arial"/>
                <a:cs typeface="Arial"/>
              </a:defRPr>
            </a:lvl6pPr>
            <a:lvl7pPr algn="l">
              <a:defRPr sz="3000" b="1">
                <a:solidFill>
                  <a:srgbClr val="48DDCC"/>
                </a:solidFill>
                <a:latin typeface="Arial"/>
                <a:ea typeface="Arial"/>
                <a:cs typeface="Arial"/>
              </a:defRPr>
            </a:lvl7pPr>
            <a:lvl8pPr algn="l">
              <a:defRPr sz="3000" b="1">
                <a:solidFill>
                  <a:srgbClr val="48DDCC"/>
                </a:solidFill>
                <a:latin typeface="Arial"/>
                <a:ea typeface="Arial"/>
                <a:cs typeface="Arial"/>
              </a:defRPr>
            </a:lvl8pPr>
            <a:lvl9pPr algn="l">
              <a:defRPr sz="3000" b="1">
                <a:solidFill>
                  <a:srgbClr val="48DDCC"/>
                </a:solidFill>
                <a:latin typeface="Arial"/>
                <a:ea typeface="Arial"/>
                <a:cs typeface="Arial"/>
              </a:defRPr>
            </a:lvl9pPr>
          </a:lstStyle>
          <a:p xmlns:a="http://schemas.openxmlformats.org/drawingml/2006/main">
            <a:pPr algn="l">
              <a:defRPr sz="3000" b="1">
                <a:solidFill>
                  <a:srgbClr val="48DDCC"/>
                </a:solidFill>
                <a:latin typeface="Arial"/>
                <a:ea typeface="Arial"/>
                <a:cs typeface="Arial"/>
              </a:defRPr>
            </a:pPr>
            <a:r>
              <a:rPr sz="3000" b="1">
                <a:solidFill>
                  <a:srgbClr val="48DDCC"/>
                </a:solidFill>
                <a:latin typeface="Arial"/>
                <a:ea typeface="Arial"/>
                <a:cs typeface="Arial"/>
              </a:rPr>
              <a:t>04</a:t>
            </a:r>
          </a:p>
        </p:txBody>
      </p:sp>
      <p:sp>
        <p:nvSpPr>
          <p:cNvPr id="13" name="Acceptance and rollout">
            <a:extLst xmlns:a="http://schemas.openxmlformats.org/drawingml/2006/main">
              <a:ext uri="{FF2B5EF4-FFF2-40B4-BE49-F238E27FC236}">
                <a16:creationId xmlns:a16="http://schemas.microsoft.com/office/drawing/2014/main" id="{59C679FA-92F0-4D5E-B265-C6F3462916D7}"/>
              </a:ext>
            </a:extLst>
          </p:cNvPr>
          <p:cNvSpPr>
            <a:spLocks xmlns:a="http://schemas.openxmlformats.org/drawingml/2006/main" noGrp="1"/>
          </p:cNvSpPr>
          <p:nvPr/>
        </p:nvSpPr>
        <p:spPr>
          <a:xfrm xmlns:a="http://schemas.openxmlformats.org/drawingml/2006/main">
            <a:off x="1714500" y="4743450"/>
            <a:ext cx="9525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F5F7FB"/>
                </a:solidFill>
                <a:latin typeface="Arial"/>
                <a:ea typeface="Arial"/>
                <a:cs typeface="Arial"/>
              </a:defRPr>
            </a:defPPr>
            <a:lvl1pPr algn="l">
              <a:defRPr sz="2400" b="1">
                <a:solidFill>
                  <a:srgbClr val="F5F7FB"/>
                </a:solidFill>
                <a:latin typeface="Arial"/>
                <a:ea typeface="Arial"/>
                <a:cs typeface="Arial"/>
              </a:defRPr>
            </a:lvl1pPr>
            <a:lvl2pPr algn="l">
              <a:defRPr sz="2400" b="1">
                <a:solidFill>
                  <a:srgbClr val="F5F7FB"/>
                </a:solidFill>
                <a:latin typeface="Arial"/>
                <a:ea typeface="Arial"/>
                <a:cs typeface="Arial"/>
              </a:defRPr>
            </a:lvl2pPr>
            <a:lvl3pPr algn="l">
              <a:defRPr sz="2400" b="1">
                <a:solidFill>
                  <a:srgbClr val="F5F7FB"/>
                </a:solidFill>
                <a:latin typeface="Arial"/>
                <a:ea typeface="Arial"/>
                <a:cs typeface="Arial"/>
              </a:defRPr>
            </a:lvl3pPr>
            <a:lvl4pPr algn="l">
              <a:defRPr sz="2400" b="1">
                <a:solidFill>
                  <a:srgbClr val="F5F7FB"/>
                </a:solidFill>
                <a:latin typeface="Arial"/>
                <a:ea typeface="Arial"/>
                <a:cs typeface="Arial"/>
              </a:defRPr>
            </a:lvl4pPr>
            <a:lvl5pPr algn="l">
              <a:defRPr sz="2400" b="1">
                <a:solidFill>
                  <a:srgbClr val="F5F7FB"/>
                </a:solidFill>
                <a:latin typeface="Arial"/>
                <a:ea typeface="Arial"/>
                <a:cs typeface="Arial"/>
              </a:defRPr>
            </a:lvl5pPr>
            <a:lvl6pPr algn="l">
              <a:defRPr sz="2400" b="1">
                <a:solidFill>
                  <a:srgbClr val="F5F7FB"/>
                </a:solidFill>
                <a:latin typeface="Arial"/>
                <a:ea typeface="Arial"/>
                <a:cs typeface="Arial"/>
              </a:defRPr>
            </a:lvl6pPr>
            <a:lvl7pPr algn="l">
              <a:defRPr sz="2400" b="1">
                <a:solidFill>
                  <a:srgbClr val="F5F7FB"/>
                </a:solidFill>
                <a:latin typeface="Arial"/>
                <a:ea typeface="Arial"/>
                <a:cs typeface="Arial"/>
              </a:defRPr>
            </a:lvl7pPr>
            <a:lvl8pPr algn="l">
              <a:defRPr sz="2400" b="1">
                <a:solidFill>
                  <a:srgbClr val="F5F7FB"/>
                </a:solidFill>
                <a:latin typeface="Arial"/>
                <a:ea typeface="Arial"/>
                <a:cs typeface="Arial"/>
              </a:defRPr>
            </a:lvl8pPr>
            <a:lvl9pPr algn="l">
              <a:defRPr sz="2400" b="1">
                <a:solidFill>
                  <a:srgbClr val="F5F7FB"/>
                </a:solidFill>
                <a:latin typeface="Arial"/>
                <a:ea typeface="Arial"/>
                <a:cs typeface="Arial"/>
              </a:defRPr>
            </a:lvl9pPr>
          </a:lstStyle>
          <a:p xmlns:a="http://schemas.openxmlformats.org/drawingml/2006/main">
            <a:pPr algn="l">
              <a:defRPr sz="2400" b="1">
                <a:solidFill>
                  <a:srgbClr val="F5F7FB"/>
                </a:solidFill>
                <a:latin typeface="Arial"/>
                <a:ea typeface="Arial"/>
                <a:cs typeface="Arial"/>
              </a:defRPr>
            </a:pPr>
            <a:r>
              <a:rPr sz="2400" b="1">
                <a:solidFill>
                  <a:srgbClr val="F5F7FB"/>
                </a:solidFill>
                <a:latin typeface="Arial"/>
                <a:ea typeface="Arial"/>
                <a:cs typeface="Arial"/>
              </a:rPr>
              <a:t>Acceptance and rollout</a:t>
            </a:r>
          </a:p>
        </p:txBody>
      </p:sp>
      <p:sp>
        <p:nvSpPr>
          <p:cNvPr id="14" name="Two phones, a call to 630, then the remaining phones">
            <a:extLst xmlns:a="http://schemas.openxmlformats.org/drawingml/2006/main">
              <a:ext uri="{FF2B5EF4-FFF2-40B4-BE49-F238E27FC236}">
                <a16:creationId xmlns:a16="http://schemas.microsoft.com/office/drawing/2014/main" id="{CAE1DF08-4896-4CAB-9916-A7EB34DB4446}"/>
              </a:ext>
            </a:extLst>
          </p:cNvPr>
          <p:cNvSpPr>
            <a:spLocks xmlns:a="http://schemas.openxmlformats.org/drawingml/2006/main" noGrp="1"/>
          </p:cNvSpPr>
          <p:nvPr/>
        </p:nvSpPr>
        <p:spPr>
          <a:xfrm xmlns:a="http://schemas.openxmlformats.org/drawingml/2006/main">
            <a:off x="1714500" y="5210175"/>
            <a:ext cx="952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AAB9D0"/>
                </a:solidFill>
                <a:latin typeface="Arial"/>
                <a:ea typeface="Arial"/>
                <a:cs typeface="Arial"/>
              </a:defRPr>
            </a:defPPr>
            <a:lvl1pPr algn="l">
              <a:defRPr sz="1875" b="0">
                <a:solidFill>
                  <a:srgbClr val="AAB9D0"/>
                </a:solidFill>
                <a:latin typeface="Arial"/>
                <a:ea typeface="Arial"/>
                <a:cs typeface="Arial"/>
              </a:defRPr>
            </a:lvl1pPr>
            <a:lvl2pPr algn="l">
              <a:defRPr sz="1875" b="0">
                <a:solidFill>
                  <a:srgbClr val="AAB9D0"/>
                </a:solidFill>
                <a:latin typeface="Arial"/>
                <a:ea typeface="Arial"/>
                <a:cs typeface="Arial"/>
              </a:defRPr>
            </a:lvl2pPr>
            <a:lvl3pPr algn="l">
              <a:defRPr sz="1875" b="0">
                <a:solidFill>
                  <a:srgbClr val="AAB9D0"/>
                </a:solidFill>
                <a:latin typeface="Arial"/>
                <a:ea typeface="Arial"/>
                <a:cs typeface="Arial"/>
              </a:defRPr>
            </a:lvl3pPr>
            <a:lvl4pPr algn="l">
              <a:defRPr sz="1875" b="0">
                <a:solidFill>
                  <a:srgbClr val="AAB9D0"/>
                </a:solidFill>
                <a:latin typeface="Arial"/>
                <a:ea typeface="Arial"/>
                <a:cs typeface="Arial"/>
              </a:defRPr>
            </a:lvl4pPr>
            <a:lvl5pPr algn="l">
              <a:defRPr sz="1875" b="0">
                <a:solidFill>
                  <a:srgbClr val="AAB9D0"/>
                </a:solidFill>
                <a:latin typeface="Arial"/>
                <a:ea typeface="Arial"/>
                <a:cs typeface="Arial"/>
              </a:defRPr>
            </a:lvl5pPr>
            <a:lvl6pPr algn="l">
              <a:defRPr sz="1875" b="0">
                <a:solidFill>
                  <a:srgbClr val="AAB9D0"/>
                </a:solidFill>
                <a:latin typeface="Arial"/>
                <a:ea typeface="Arial"/>
                <a:cs typeface="Arial"/>
              </a:defRPr>
            </a:lvl6pPr>
            <a:lvl7pPr algn="l">
              <a:defRPr sz="1875" b="0">
                <a:solidFill>
                  <a:srgbClr val="AAB9D0"/>
                </a:solidFill>
                <a:latin typeface="Arial"/>
                <a:ea typeface="Arial"/>
                <a:cs typeface="Arial"/>
              </a:defRPr>
            </a:lvl7pPr>
            <a:lvl8pPr algn="l">
              <a:defRPr sz="1875" b="0">
                <a:solidFill>
                  <a:srgbClr val="AAB9D0"/>
                </a:solidFill>
                <a:latin typeface="Arial"/>
                <a:ea typeface="Arial"/>
                <a:cs typeface="Arial"/>
              </a:defRPr>
            </a:lvl8pPr>
            <a:lvl9pPr algn="l">
              <a:defRPr sz="1875" b="0">
                <a:solidFill>
                  <a:srgbClr val="AAB9D0"/>
                </a:solidFill>
                <a:latin typeface="Arial"/>
                <a:ea typeface="Arial"/>
                <a:cs typeface="Arial"/>
              </a:defRPr>
            </a:lvl9pPr>
          </a:lstStyle>
          <a:p xmlns:a="http://schemas.openxmlformats.org/drawingml/2006/main">
            <a:pPr algn="l">
              <a:defRPr sz="1875" b="0">
                <a:solidFill>
                  <a:srgbClr val="AAB9D0"/>
                </a:solidFill>
                <a:latin typeface="Arial"/>
                <a:ea typeface="Arial"/>
                <a:cs typeface="Arial"/>
              </a:defRPr>
            </a:pPr>
            <a:r>
              <a:rPr sz="1875" b="0">
                <a:solidFill>
                  <a:srgbClr val="AAB9D0"/>
                </a:solidFill>
                <a:latin typeface="Arial"/>
                <a:ea typeface="Arial"/>
                <a:cs typeface="Arial"/>
              </a:rPr>
              <a:t>Two phones, a call to 630, then the remaining phones</a:t>
            </a:r>
          </a:p>
        </p:txBody>
      </p:sp>
    </p:spTree>
    <p:extLst>
      <p:ext uri="{BB962C8B-B14F-4D97-AF65-F5344CB8AC3E}">
        <p14:creationId xmlns:p14="http://schemas.microsoft.com/office/powerpoint/2010/main" val="808117683"/>
      </p:ext>
    </p:extLst>
  </p:cSld>
</p:sld>
</file>

<file path=ppt/slides/slide12.xml><?xml version="1.0" encoding="utf-8"?>
<p:sld xmlns:p="http://schemas.openxmlformats.org/presentationml/2006/main">
  <p:cSld>
    <p:bg>
      <p:bgPr>
        <a:solidFill xmlns:a="http://schemas.openxmlformats.org/drawingml/2006/main">
          <a:srgbClr val="101C34"/>
        </a:solidFill>
      </p:bgPr>
    </p:bg>
    <p:spTree>
      <p:nvGrpSpPr>
        <p:cNvPr id="1" name=""/>
        <p:cNvGrpSpPr/>
        <p:nvPr/>
      </p:nvGrpSpPr>
      <p:grpSpPr>
        <a:xfrm xmlns:a="http://schemas.openxmlformats.org/drawingml/2006/main"/>
      </p:grpSpPr>
      <p:sp>
        <p:nvSpPr>
          <p:cNvPr id="10" name="Acceptance tests on real phones">
            <a:extLst xmlns:a="http://schemas.openxmlformats.org/drawingml/2006/main">
              <a:ext uri="{FF2B5EF4-FFF2-40B4-BE49-F238E27FC236}">
                <a16:creationId xmlns:a16="http://schemas.microsoft.com/office/drawing/2014/main" id="{981F3335-57D1-4ED6-9536-C2DF076E6A29}"/>
              </a:ext>
            </a:extLst>
          </p:cNvPr>
          <p:cNvSpPr>
            <a:spLocks xmlns:a="http://schemas.openxmlformats.org/drawingml/2006/main" noGrp="1"/>
          </p:cNvSpPr>
          <p:nvPr/>
        </p:nvSpPr>
        <p:spPr>
          <a:xfrm xmlns:a="http://schemas.openxmlformats.org/drawingml/2006/main">
            <a:off x="571500" y="41910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75" b="1">
                <a:solidFill>
                  <a:srgbClr val="F5F7FB"/>
                </a:solidFill>
                <a:latin typeface="Arial"/>
                <a:ea typeface="Arial"/>
                <a:cs typeface="Arial"/>
              </a:defRPr>
            </a:defPPr>
            <a:lvl1pPr algn="l">
              <a:defRPr sz="3375" b="1">
                <a:solidFill>
                  <a:srgbClr val="F5F7FB"/>
                </a:solidFill>
                <a:latin typeface="Arial"/>
                <a:ea typeface="Arial"/>
                <a:cs typeface="Arial"/>
              </a:defRPr>
            </a:lvl1pPr>
            <a:lvl2pPr algn="l">
              <a:defRPr sz="3375" b="1">
                <a:solidFill>
                  <a:srgbClr val="F5F7FB"/>
                </a:solidFill>
                <a:latin typeface="Arial"/>
                <a:ea typeface="Arial"/>
                <a:cs typeface="Arial"/>
              </a:defRPr>
            </a:lvl2pPr>
            <a:lvl3pPr algn="l">
              <a:defRPr sz="3375" b="1">
                <a:solidFill>
                  <a:srgbClr val="F5F7FB"/>
                </a:solidFill>
                <a:latin typeface="Arial"/>
                <a:ea typeface="Arial"/>
                <a:cs typeface="Arial"/>
              </a:defRPr>
            </a:lvl3pPr>
            <a:lvl4pPr algn="l">
              <a:defRPr sz="3375" b="1">
                <a:solidFill>
                  <a:srgbClr val="F5F7FB"/>
                </a:solidFill>
                <a:latin typeface="Arial"/>
                <a:ea typeface="Arial"/>
                <a:cs typeface="Arial"/>
              </a:defRPr>
            </a:lvl4pPr>
            <a:lvl5pPr algn="l">
              <a:defRPr sz="3375" b="1">
                <a:solidFill>
                  <a:srgbClr val="F5F7FB"/>
                </a:solidFill>
                <a:latin typeface="Arial"/>
                <a:ea typeface="Arial"/>
                <a:cs typeface="Arial"/>
              </a:defRPr>
            </a:lvl5pPr>
            <a:lvl6pPr algn="l">
              <a:defRPr sz="3375" b="1">
                <a:solidFill>
                  <a:srgbClr val="F5F7FB"/>
                </a:solidFill>
                <a:latin typeface="Arial"/>
                <a:ea typeface="Arial"/>
                <a:cs typeface="Arial"/>
              </a:defRPr>
            </a:lvl6pPr>
            <a:lvl7pPr algn="l">
              <a:defRPr sz="3375" b="1">
                <a:solidFill>
                  <a:srgbClr val="F5F7FB"/>
                </a:solidFill>
                <a:latin typeface="Arial"/>
                <a:ea typeface="Arial"/>
                <a:cs typeface="Arial"/>
              </a:defRPr>
            </a:lvl7pPr>
            <a:lvl8pPr algn="l">
              <a:defRPr sz="3375" b="1">
                <a:solidFill>
                  <a:srgbClr val="F5F7FB"/>
                </a:solidFill>
                <a:latin typeface="Arial"/>
                <a:ea typeface="Arial"/>
                <a:cs typeface="Arial"/>
              </a:defRPr>
            </a:lvl8pPr>
            <a:lvl9pPr algn="l">
              <a:defRPr sz="3375" b="1">
                <a:solidFill>
                  <a:srgbClr val="F5F7FB"/>
                </a:solidFill>
                <a:latin typeface="Arial"/>
                <a:ea typeface="Arial"/>
                <a:cs typeface="Arial"/>
              </a:defRPr>
            </a:lvl9pPr>
          </a:lstStyle>
          <a:p xmlns:a="http://schemas.openxmlformats.org/drawingml/2006/main">
            <a:pPr algn="l">
              <a:defRPr sz="3375" b="1">
                <a:solidFill>
                  <a:srgbClr val="F5F7FB"/>
                </a:solidFill>
                <a:latin typeface="Arial"/>
                <a:ea typeface="Arial"/>
                <a:cs typeface="Arial"/>
              </a:defRPr>
            </a:pPr>
            <a:r>
              <a:rPr sz="3375" b="1">
                <a:solidFill>
                  <a:srgbClr val="F5F7FB"/>
                </a:solidFill>
                <a:latin typeface="Arial"/>
                <a:ea typeface="Arial"/>
                <a:cs typeface="Arial"/>
              </a:rPr>
              <a:t>Acceptance tests on real phones</a:t>
            </a:r>
          </a:p>
        </p:txBody>
      </p:sp>
      <p:sp>
        <p:nvSpPr>
          <p:cNvPr id="2" name="12">
            <a:extLst xmlns:a="http://schemas.openxmlformats.org/drawingml/2006/main">
              <a:ext uri="{FF2B5EF4-FFF2-40B4-BE49-F238E27FC236}">
                <a16:creationId xmlns:a16="http://schemas.microsoft.com/office/drawing/2014/main" id="{F1B617BD-E8E2-4684-9E6E-94747BC7C5E1}"/>
              </a:ext>
            </a:extLst>
          </p:cNvPr>
          <p:cNvSpPr>
            <a:spLocks xmlns:a="http://schemas.openxmlformats.org/drawingml/2006/main" noGrp="1"/>
          </p:cNvSpPr>
          <p:nvPr/>
        </p:nvSpPr>
        <p:spPr>
          <a:xfrm xmlns:a="http://schemas.openxmlformats.org/drawingml/2006/main">
            <a:off x="11049000" y="63627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AAB9D0"/>
                </a:solidFill>
                <a:latin typeface="Arial"/>
                <a:ea typeface="Arial"/>
                <a:cs typeface="Arial"/>
              </a:defRPr>
            </a:defPPr>
            <a:lvl1pPr algn="r">
              <a:defRPr sz="1275" b="0">
                <a:solidFill>
                  <a:srgbClr val="AAB9D0"/>
                </a:solidFill>
                <a:latin typeface="Arial"/>
                <a:ea typeface="Arial"/>
                <a:cs typeface="Arial"/>
              </a:defRPr>
            </a:lvl1pPr>
            <a:lvl2pPr algn="r">
              <a:defRPr sz="1275" b="0">
                <a:solidFill>
                  <a:srgbClr val="AAB9D0"/>
                </a:solidFill>
                <a:latin typeface="Arial"/>
                <a:ea typeface="Arial"/>
                <a:cs typeface="Arial"/>
              </a:defRPr>
            </a:lvl2pPr>
            <a:lvl3pPr algn="r">
              <a:defRPr sz="1275" b="0">
                <a:solidFill>
                  <a:srgbClr val="AAB9D0"/>
                </a:solidFill>
                <a:latin typeface="Arial"/>
                <a:ea typeface="Arial"/>
                <a:cs typeface="Arial"/>
              </a:defRPr>
            </a:lvl3pPr>
            <a:lvl4pPr algn="r">
              <a:defRPr sz="1275" b="0">
                <a:solidFill>
                  <a:srgbClr val="AAB9D0"/>
                </a:solidFill>
                <a:latin typeface="Arial"/>
                <a:ea typeface="Arial"/>
                <a:cs typeface="Arial"/>
              </a:defRPr>
            </a:lvl4pPr>
            <a:lvl5pPr algn="r">
              <a:defRPr sz="1275" b="0">
                <a:solidFill>
                  <a:srgbClr val="AAB9D0"/>
                </a:solidFill>
                <a:latin typeface="Arial"/>
                <a:ea typeface="Arial"/>
                <a:cs typeface="Arial"/>
              </a:defRPr>
            </a:lvl5pPr>
            <a:lvl6pPr algn="r">
              <a:defRPr sz="1275" b="0">
                <a:solidFill>
                  <a:srgbClr val="AAB9D0"/>
                </a:solidFill>
                <a:latin typeface="Arial"/>
                <a:ea typeface="Arial"/>
                <a:cs typeface="Arial"/>
              </a:defRPr>
            </a:lvl6pPr>
            <a:lvl7pPr algn="r">
              <a:defRPr sz="1275" b="0">
                <a:solidFill>
                  <a:srgbClr val="AAB9D0"/>
                </a:solidFill>
                <a:latin typeface="Arial"/>
                <a:ea typeface="Arial"/>
                <a:cs typeface="Arial"/>
              </a:defRPr>
            </a:lvl7pPr>
            <a:lvl8pPr algn="r">
              <a:defRPr sz="1275" b="0">
                <a:solidFill>
                  <a:srgbClr val="AAB9D0"/>
                </a:solidFill>
                <a:latin typeface="Arial"/>
                <a:ea typeface="Arial"/>
                <a:cs typeface="Arial"/>
              </a:defRPr>
            </a:lvl8pPr>
            <a:lvl9pPr algn="r">
              <a:defRPr sz="1275" b="0">
                <a:solidFill>
                  <a:srgbClr val="AAB9D0"/>
                </a:solidFill>
                <a:latin typeface="Arial"/>
                <a:ea typeface="Arial"/>
                <a:cs typeface="Arial"/>
              </a:defRPr>
            </a:lvl9pPr>
          </a:lstStyle>
          <a:p xmlns:a="http://schemas.openxmlformats.org/drawingml/2006/main">
            <a:pPr algn="r">
              <a:defRPr sz="1275" b="0">
                <a:solidFill>
                  <a:srgbClr val="AAB9D0"/>
                </a:solidFill>
                <a:latin typeface="Arial"/>
                <a:ea typeface="Arial"/>
                <a:cs typeface="Arial"/>
              </a:defRPr>
            </a:pPr>
            <a:r>
              <a:rPr sz="1275" b="0">
                <a:solidFill>
                  <a:srgbClr val="AAB9D0"/>
                </a:solidFill>
                <a:latin typeface="Arial"/>
                <a:ea typeface="Arial"/>
                <a:cs typeface="Arial"/>
              </a:rPr>
              <a:t>12</a:t>
            </a:r>
          </a:p>
        </p:txBody>
      </p:sp>
      <p:sp>
        <p:nvSpPr>
          <p:cNvPr id="3" name="Telephony">
            <a:extLst xmlns:a="http://schemas.openxmlformats.org/drawingml/2006/main">
              <a:ext uri="{FF2B5EF4-FFF2-40B4-BE49-F238E27FC236}">
                <a16:creationId xmlns:a16="http://schemas.microsoft.com/office/drawing/2014/main" id="{A69586D0-C9DC-4BF7-8549-D32C1F9AB3F9}"/>
              </a:ext>
            </a:extLst>
          </p:cNvPr>
          <p:cNvSpPr>
            <a:spLocks xmlns:a="http://schemas.openxmlformats.org/drawingml/2006/main" noGrp="1"/>
          </p:cNvSpPr>
          <p:nvPr/>
        </p:nvSpPr>
        <p:spPr>
          <a:xfrm xmlns:a="http://schemas.openxmlformats.org/drawingml/2006/main">
            <a:off x="571500" y="1685925"/>
            <a:ext cx="10572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48DDCC"/>
                </a:solidFill>
                <a:latin typeface="Arial"/>
                <a:ea typeface="Arial"/>
                <a:cs typeface="Arial"/>
              </a:defRPr>
            </a:defPPr>
            <a:lvl1pPr algn="l">
              <a:defRPr sz="2550" b="1">
                <a:solidFill>
                  <a:srgbClr val="48DDCC"/>
                </a:solidFill>
                <a:latin typeface="Arial"/>
                <a:ea typeface="Arial"/>
                <a:cs typeface="Arial"/>
              </a:defRPr>
            </a:lvl1pPr>
            <a:lvl2pPr algn="l">
              <a:defRPr sz="2550" b="1">
                <a:solidFill>
                  <a:srgbClr val="48DDCC"/>
                </a:solidFill>
                <a:latin typeface="Arial"/>
                <a:ea typeface="Arial"/>
                <a:cs typeface="Arial"/>
              </a:defRPr>
            </a:lvl2pPr>
            <a:lvl3pPr algn="l">
              <a:defRPr sz="2550" b="1">
                <a:solidFill>
                  <a:srgbClr val="48DDCC"/>
                </a:solidFill>
                <a:latin typeface="Arial"/>
                <a:ea typeface="Arial"/>
                <a:cs typeface="Arial"/>
              </a:defRPr>
            </a:lvl3pPr>
            <a:lvl4pPr algn="l">
              <a:defRPr sz="2550" b="1">
                <a:solidFill>
                  <a:srgbClr val="48DDCC"/>
                </a:solidFill>
                <a:latin typeface="Arial"/>
                <a:ea typeface="Arial"/>
                <a:cs typeface="Arial"/>
              </a:defRPr>
            </a:lvl4pPr>
            <a:lvl5pPr algn="l">
              <a:defRPr sz="2550" b="1">
                <a:solidFill>
                  <a:srgbClr val="48DDCC"/>
                </a:solidFill>
                <a:latin typeface="Arial"/>
                <a:ea typeface="Arial"/>
                <a:cs typeface="Arial"/>
              </a:defRPr>
            </a:lvl5pPr>
            <a:lvl6pPr algn="l">
              <a:defRPr sz="2550" b="1">
                <a:solidFill>
                  <a:srgbClr val="48DDCC"/>
                </a:solidFill>
                <a:latin typeface="Arial"/>
                <a:ea typeface="Arial"/>
                <a:cs typeface="Arial"/>
              </a:defRPr>
            </a:lvl6pPr>
            <a:lvl7pPr algn="l">
              <a:defRPr sz="2550" b="1">
                <a:solidFill>
                  <a:srgbClr val="48DDCC"/>
                </a:solidFill>
                <a:latin typeface="Arial"/>
                <a:ea typeface="Arial"/>
                <a:cs typeface="Arial"/>
              </a:defRPr>
            </a:lvl7pPr>
            <a:lvl8pPr algn="l">
              <a:defRPr sz="2550" b="1">
                <a:solidFill>
                  <a:srgbClr val="48DDCC"/>
                </a:solidFill>
                <a:latin typeface="Arial"/>
                <a:ea typeface="Arial"/>
                <a:cs typeface="Arial"/>
              </a:defRPr>
            </a:lvl8pPr>
            <a:lvl9pPr algn="l">
              <a:defRPr sz="2550" b="1">
                <a:solidFill>
                  <a:srgbClr val="48DDCC"/>
                </a:solidFill>
                <a:latin typeface="Arial"/>
                <a:ea typeface="Arial"/>
                <a:cs typeface="Arial"/>
              </a:defRPr>
            </a:lvl9pPr>
          </a:lstStyle>
          <a:p xmlns:a="http://schemas.openxmlformats.org/drawingml/2006/main">
            <a:pPr algn="l">
              <a:defRPr sz="2550" b="1">
                <a:solidFill>
                  <a:srgbClr val="48DDCC"/>
                </a:solidFill>
                <a:latin typeface="Arial"/>
                <a:ea typeface="Arial"/>
                <a:cs typeface="Arial"/>
              </a:defRPr>
            </a:pPr>
            <a:r>
              <a:rPr sz="2550" b="1">
                <a:solidFill>
                  <a:srgbClr val="48DDCC"/>
                </a:solidFill>
                <a:latin typeface="Arial"/>
                <a:ea typeface="Arial"/>
                <a:cs typeface="Arial"/>
              </a:rPr>
              <a:t>Telephony</a:t>
            </a:r>
          </a:p>
        </p:txBody>
      </p:sp>
      <p:sp>
        <p:nvSpPr>
          <p:cNvPr id="4" name="201 and 202: registration, two-way audio, hold / transfer">
            <a:extLst xmlns:a="http://schemas.openxmlformats.org/drawingml/2006/main">
              <a:ext uri="{FF2B5EF4-FFF2-40B4-BE49-F238E27FC236}">
                <a16:creationId xmlns:a16="http://schemas.microsoft.com/office/drawing/2014/main" id="{F9C17409-0CF3-4C43-A49E-8EACD044A91C}"/>
              </a:ext>
            </a:extLst>
          </p:cNvPr>
          <p:cNvSpPr>
            <a:spLocks xmlns:a="http://schemas.openxmlformats.org/drawingml/2006/main" noGrp="1"/>
          </p:cNvSpPr>
          <p:nvPr/>
        </p:nvSpPr>
        <p:spPr>
          <a:xfrm xmlns:a="http://schemas.openxmlformats.org/drawingml/2006/main">
            <a:off x="571500" y="2266950"/>
            <a:ext cx="10572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F5F7FB"/>
                </a:solidFill>
                <a:latin typeface="Arial"/>
                <a:ea typeface="Arial"/>
                <a:cs typeface="Arial"/>
              </a:defRPr>
            </a:defPPr>
            <a:lvl1pPr algn="l">
              <a:defRPr sz="2025" b="0">
                <a:solidFill>
                  <a:srgbClr val="F5F7FB"/>
                </a:solidFill>
                <a:latin typeface="Arial"/>
                <a:ea typeface="Arial"/>
                <a:cs typeface="Arial"/>
              </a:defRPr>
            </a:lvl1pPr>
            <a:lvl2pPr algn="l">
              <a:defRPr sz="2025" b="0">
                <a:solidFill>
                  <a:srgbClr val="F5F7FB"/>
                </a:solidFill>
                <a:latin typeface="Arial"/>
                <a:ea typeface="Arial"/>
                <a:cs typeface="Arial"/>
              </a:defRPr>
            </a:lvl2pPr>
            <a:lvl3pPr algn="l">
              <a:defRPr sz="2025" b="0">
                <a:solidFill>
                  <a:srgbClr val="F5F7FB"/>
                </a:solidFill>
                <a:latin typeface="Arial"/>
                <a:ea typeface="Arial"/>
                <a:cs typeface="Arial"/>
              </a:defRPr>
            </a:lvl3pPr>
            <a:lvl4pPr algn="l">
              <a:defRPr sz="2025" b="0">
                <a:solidFill>
                  <a:srgbClr val="F5F7FB"/>
                </a:solidFill>
                <a:latin typeface="Arial"/>
                <a:ea typeface="Arial"/>
                <a:cs typeface="Arial"/>
              </a:defRPr>
            </a:lvl4pPr>
            <a:lvl5pPr algn="l">
              <a:defRPr sz="2025" b="0">
                <a:solidFill>
                  <a:srgbClr val="F5F7FB"/>
                </a:solidFill>
                <a:latin typeface="Arial"/>
                <a:ea typeface="Arial"/>
                <a:cs typeface="Arial"/>
              </a:defRPr>
            </a:lvl5pPr>
            <a:lvl6pPr algn="l">
              <a:defRPr sz="2025" b="0">
                <a:solidFill>
                  <a:srgbClr val="F5F7FB"/>
                </a:solidFill>
                <a:latin typeface="Arial"/>
                <a:ea typeface="Arial"/>
                <a:cs typeface="Arial"/>
              </a:defRPr>
            </a:lvl6pPr>
            <a:lvl7pPr algn="l">
              <a:defRPr sz="2025" b="0">
                <a:solidFill>
                  <a:srgbClr val="F5F7FB"/>
                </a:solidFill>
                <a:latin typeface="Arial"/>
                <a:ea typeface="Arial"/>
                <a:cs typeface="Arial"/>
              </a:defRPr>
            </a:lvl7pPr>
            <a:lvl8pPr algn="l">
              <a:defRPr sz="2025" b="0">
                <a:solidFill>
                  <a:srgbClr val="F5F7FB"/>
                </a:solidFill>
                <a:latin typeface="Arial"/>
                <a:ea typeface="Arial"/>
                <a:cs typeface="Arial"/>
              </a:defRPr>
            </a:lvl8pPr>
            <a:lvl9pPr algn="l">
              <a:defRPr sz="2025" b="0">
                <a:solidFill>
                  <a:srgbClr val="F5F7FB"/>
                </a:solidFill>
                <a:latin typeface="Arial"/>
                <a:ea typeface="Arial"/>
                <a:cs typeface="Arial"/>
              </a:defRPr>
            </a:lvl9pPr>
          </a:lstStyle>
          <a:p xmlns:a="http://schemas.openxmlformats.org/drawingml/2006/main">
            <a:pPr algn="l">
              <a:defRPr sz="2025" b="0">
                <a:solidFill>
                  <a:srgbClr val="F5F7FB"/>
                </a:solidFill>
                <a:latin typeface="Arial"/>
                <a:ea typeface="Arial"/>
                <a:cs typeface="Arial"/>
              </a:defRPr>
            </a:pPr>
            <a:r>
              <a:rPr sz="2025" b="0">
                <a:solidFill>
                  <a:srgbClr val="F5F7FB"/>
                </a:solidFill>
                <a:latin typeface="Arial"/>
                <a:ea typeface="Arial"/>
                <a:cs typeface="Arial"/>
              </a:rPr>
              <a:t>201 and 202: registration, two-way audio, hold / transfer</a:t>
            </a:r>
          </a:p>
        </p:txBody>
      </p:sp>
      <p:sp>
        <p:nvSpPr>
          <p:cNvPr id="5" name="Home Assistant">
            <a:extLst xmlns:a="http://schemas.openxmlformats.org/drawingml/2006/main">
              <a:ext uri="{FF2B5EF4-FFF2-40B4-BE49-F238E27FC236}">
                <a16:creationId xmlns:a16="http://schemas.microsoft.com/office/drawing/2014/main" id="{287F5DC4-106F-45A5-B0D3-F5A48F12E630}"/>
              </a:ext>
            </a:extLst>
          </p:cNvPr>
          <p:cNvSpPr>
            <a:spLocks xmlns:a="http://schemas.openxmlformats.org/drawingml/2006/main" noGrp="1"/>
          </p:cNvSpPr>
          <p:nvPr/>
        </p:nvSpPr>
        <p:spPr>
          <a:xfrm xmlns:a="http://schemas.openxmlformats.org/drawingml/2006/main">
            <a:off x="571500" y="3009900"/>
            <a:ext cx="10572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F7CB64"/>
                </a:solidFill>
                <a:latin typeface="Arial"/>
                <a:ea typeface="Arial"/>
                <a:cs typeface="Arial"/>
              </a:defRPr>
            </a:defPPr>
            <a:lvl1pPr algn="l">
              <a:defRPr sz="2550" b="1">
                <a:solidFill>
                  <a:srgbClr val="F7CB64"/>
                </a:solidFill>
                <a:latin typeface="Arial"/>
                <a:ea typeface="Arial"/>
                <a:cs typeface="Arial"/>
              </a:defRPr>
            </a:lvl1pPr>
            <a:lvl2pPr algn="l">
              <a:defRPr sz="2550" b="1">
                <a:solidFill>
                  <a:srgbClr val="F7CB64"/>
                </a:solidFill>
                <a:latin typeface="Arial"/>
                <a:ea typeface="Arial"/>
                <a:cs typeface="Arial"/>
              </a:defRPr>
            </a:lvl2pPr>
            <a:lvl3pPr algn="l">
              <a:defRPr sz="2550" b="1">
                <a:solidFill>
                  <a:srgbClr val="F7CB64"/>
                </a:solidFill>
                <a:latin typeface="Arial"/>
                <a:ea typeface="Arial"/>
                <a:cs typeface="Arial"/>
              </a:defRPr>
            </a:lvl3pPr>
            <a:lvl4pPr algn="l">
              <a:defRPr sz="2550" b="1">
                <a:solidFill>
                  <a:srgbClr val="F7CB64"/>
                </a:solidFill>
                <a:latin typeface="Arial"/>
                <a:ea typeface="Arial"/>
                <a:cs typeface="Arial"/>
              </a:defRPr>
            </a:lvl4pPr>
            <a:lvl5pPr algn="l">
              <a:defRPr sz="2550" b="1">
                <a:solidFill>
                  <a:srgbClr val="F7CB64"/>
                </a:solidFill>
                <a:latin typeface="Arial"/>
                <a:ea typeface="Arial"/>
                <a:cs typeface="Arial"/>
              </a:defRPr>
            </a:lvl5pPr>
            <a:lvl6pPr algn="l">
              <a:defRPr sz="2550" b="1">
                <a:solidFill>
                  <a:srgbClr val="F7CB64"/>
                </a:solidFill>
                <a:latin typeface="Arial"/>
                <a:ea typeface="Arial"/>
                <a:cs typeface="Arial"/>
              </a:defRPr>
            </a:lvl6pPr>
            <a:lvl7pPr algn="l">
              <a:defRPr sz="2550" b="1">
                <a:solidFill>
                  <a:srgbClr val="F7CB64"/>
                </a:solidFill>
                <a:latin typeface="Arial"/>
                <a:ea typeface="Arial"/>
                <a:cs typeface="Arial"/>
              </a:defRPr>
            </a:lvl7pPr>
            <a:lvl8pPr algn="l">
              <a:defRPr sz="2550" b="1">
                <a:solidFill>
                  <a:srgbClr val="F7CB64"/>
                </a:solidFill>
                <a:latin typeface="Arial"/>
                <a:ea typeface="Arial"/>
                <a:cs typeface="Arial"/>
              </a:defRPr>
            </a:lvl8pPr>
            <a:lvl9pPr algn="l">
              <a:defRPr sz="2550" b="1">
                <a:solidFill>
                  <a:srgbClr val="F7CB64"/>
                </a:solidFill>
                <a:latin typeface="Arial"/>
                <a:ea typeface="Arial"/>
                <a:cs typeface="Arial"/>
              </a:defRPr>
            </a:lvl9pPr>
          </a:lstStyle>
          <a:p xmlns:a="http://schemas.openxmlformats.org/drawingml/2006/main">
            <a:pPr algn="l">
              <a:defRPr sz="2550" b="1">
                <a:solidFill>
                  <a:srgbClr val="F7CB64"/>
                </a:solidFill>
                <a:latin typeface="Arial"/>
                <a:ea typeface="Arial"/>
                <a:cs typeface="Arial"/>
              </a:defRPr>
            </a:pPr>
            <a:r>
              <a:rPr sz="2550" b="1">
                <a:solidFill>
                  <a:srgbClr val="F7CB64"/>
                </a:solidFill>
                <a:latin typeface="Arial"/>
                <a:ea typeface="Arial"/>
                <a:cs typeface="Arial"/>
              </a:rPr>
              <a:t>Home Assistant</a:t>
            </a:r>
          </a:p>
        </p:txBody>
      </p:sp>
      <p:sp>
        <p:nvSpPr>
          <p:cNvPr id="6" name="States, Originate, Hangup on the correct Channel, DTMF">
            <a:extLst xmlns:a="http://schemas.openxmlformats.org/drawingml/2006/main">
              <a:ext uri="{FF2B5EF4-FFF2-40B4-BE49-F238E27FC236}">
                <a16:creationId xmlns:a16="http://schemas.microsoft.com/office/drawing/2014/main" id="{90BA2536-A34C-4041-94C8-7637D9A14723}"/>
              </a:ext>
            </a:extLst>
          </p:cNvPr>
          <p:cNvSpPr>
            <a:spLocks xmlns:a="http://schemas.openxmlformats.org/drawingml/2006/main" noGrp="1"/>
          </p:cNvSpPr>
          <p:nvPr/>
        </p:nvSpPr>
        <p:spPr>
          <a:xfrm xmlns:a="http://schemas.openxmlformats.org/drawingml/2006/main">
            <a:off x="571500" y="3590925"/>
            <a:ext cx="10572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F5F7FB"/>
                </a:solidFill>
                <a:latin typeface="Arial"/>
                <a:ea typeface="Arial"/>
                <a:cs typeface="Arial"/>
              </a:defRPr>
            </a:defPPr>
            <a:lvl1pPr algn="l">
              <a:defRPr sz="2025" b="0">
                <a:solidFill>
                  <a:srgbClr val="F5F7FB"/>
                </a:solidFill>
                <a:latin typeface="Arial"/>
                <a:ea typeface="Arial"/>
                <a:cs typeface="Arial"/>
              </a:defRPr>
            </a:lvl1pPr>
            <a:lvl2pPr algn="l">
              <a:defRPr sz="2025" b="0">
                <a:solidFill>
                  <a:srgbClr val="F5F7FB"/>
                </a:solidFill>
                <a:latin typeface="Arial"/>
                <a:ea typeface="Arial"/>
                <a:cs typeface="Arial"/>
              </a:defRPr>
            </a:lvl2pPr>
            <a:lvl3pPr algn="l">
              <a:defRPr sz="2025" b="0">
                <a:solidFill>
                  <a:srgbClr val="F5F7FB"/>
                </a:solidFill>
                <a:latin typeface="Arial"/>
                <a:ea typeface="Arial"/>
                <a:cs typeface="Arial"/>
              </a:defRPr>
            </a:lvl3pPr>
            <a:lvl4pPr algn="l">
              <a:defRPr sz="2025" b="0">
                <a:solidFill>
                  <a:srgbClr val="F5F7FB"/>
                </a:solidFill>
                <a:latin typeface="Arial"/>
                <a:ea typeface="Arial"/>
                <a:cs typeface="Arial"/>
              </a:defRPr>
            </a:lvl4pPr>
            <a:lvl5pPr algn="l">
              <a:defRPr sz="2025" b="0">
                <a:solidFill>
                  <a:srgbClr val="F5F7FB"/>
                </a:solidFill>
                <a:latin typeface="Arial"/>
                <a:ea typeface="Arial"/>
                <a:cs typeface="Arial"/>
              </a:defRPr>
            </a:lvl5pPr>
            <a:lvl6pPr algn="l">
              <a:defRPr sz="2025" b="0">
                <a:solidFill>
                  <a:srgbClr val="F5F7FB"/>
                </a:solidFill>
                <a:latin typeface="Arial"/>
                <a:ea typeface="Arial"/>
                <a:cs typeface="Arial"/>
              </a:defRPr>
            </a:lvl6pPr>
            <a:lvl7pPr algn="l">
              <a:defRPr sz="2025" b="0">
                <a:solidFill>
                  <a:srgbClr val="F5F7FB"/>
                </a:solidFill>
                <a:latin typeface="Arial"/>
                <a:ea typeface="Arial"/>
                <a:cs typeface="Arial"/>
              </a:defRPr>
            </a:lvl7pPr>
            <a:lvl8pPr algn="l">
              <a:defRPr sz="2025" b="0">
                <a:solidFill>
                  <a:srgbClr val="F5F7FB"/>
                </a:solidFill>
                <a:latin typeface="Arial"/>
                <a:ea typeface="Arial"/>
                <a:cs typeface="Arial"/>
              </a:defRPr>
            </a:lvl8pPr>
            <a:lvl9pPr algn="l">
              <a:defRPr sz="2025" b="0">
                <a:solidFill>
                  <a:srgbClr val="F5F7FB"/>
                </a:solidFill>
                <a:latin typeface="Arial"/>
                <a:ea typeface="Arial"/>
                <a:cs typeface="Arial"/>
              </a:defRPr>
            </a:lvl9pPr>
          </a:lstStyle>
          <a:p xmlns:a="http://schemas.openxmlformats.org/drawingml/2006/main">
            <a:pPr algn="l">
              <a:defRPr sz="2025" b="0">
                <a:solidFill>
                  <a:srgbClr val="F5F7FB"/>
                </a:solidFill>
                <a:latin typeface="Arial"/>
                <a:ea typeface="Arial"/>
                <a:cs typeface="Arial"/>
              </a:defRPr>
            </a:pPr>
            <a:r>
              <a:rPr sz="2025" b="0">
                <a:solidFill>
                  <a:srgbClr val="F5F7FB"/>
                </a:solidFill>
                <a:latin typeface="Arial"/>
                <a:ea typeface="Arial"/>
                <a:cs typeface="Arial"/>
              </a:rPr>
              <a:t>States, Originate, Hangup on the correct Channel, DTMF</a:t>
            </a:r>
          </a:p>
        </p:txBody>
      </p:sp>
      <p:sp>
        <p:nvSpPr>
          <p:cNvPr id="7" name="Assist 630">
            <a:extLst xmlns:a="http://schemas.openxmlformats.org/drawingml/2006/main">
              <a:ext uri="{FF2B5EF4-FFF2-40B4-BE49-F238E27FC236}">
                <a16:creationId xmlns:a16="http://schemas.microsoft.com/office/drawing/2014/main" id="{B575545C-1E8A-42E6-A610-6027188FA5B6}"/>
              </a:ext>
            </a:extLst>
          </p:cNvPr>
          <p:cNvSpPr>
            <a:spLocks xmlns:a="http://schemas.openxmlformats.org/drawingml/2006/main" noGrp="1"/>
          </p:cNvSpPr>
          <p:nvPr/>
        </p:nvSpPr>
        <p:spPr>
          <a:xfrm xmlns:a="http://schemas.openxmlformats.org/drawingml/2006/main">
            <a:off x="571500" y="4333875"/>
            <a:ext cx="10572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FF836D"/>
                </a:solidFill>
                <a:latin typeface="Arial"/>
                <a:ea typeface="Arial"/>
                <a:cs typeface="Arial"/>
              </a:defRPr>
            </a:defPPr>
            <a:lvl1pPr algn="l">
              <a:defRPr sz="2550" b="1">
                <a:solidFill>
                  <a:srgbClr val="FF836D"/>
                </a:solidFill>
                <a:latin typeface="Arial"/>
                <a:ea typeface="Arial"/>
                <a:cs typeface="Arial"/>
              </a:defRPr>
            </a:lvl1pPr>
            <a:lvl2pPr algn="l">
              <a:defRPr sz="2550" b="1">
                <a:solidFill>
                  <a:srgbClr val="FF836D"/>
                </a:solidFill>
                <a:latin typeface="Arial"/>
                <a:ea typeface="Arial"/>
                <a:cs typeface="Arial"/>
              </a:defRPr>
            </a:lvl2pPr>
            <a:lvl3pPr algn="l">
              <a:defRPr sz="2550" b="1">
                <a:solidFill>
                  <a:srgbClr val="FF836D"/>
                </a:solidFill>
                <a:latin typeface="Arial"/>
                <a:ea typeface="Arial"/>
                <a:cs typeface="Arial"/>
              </a:defRPr>
            </a:lvl3pPr>
            <a:lvl4pPr algn="l">
              <a:defRPr sz="2550" b="1">
                <a:solidFill>
                  <a:srgbClr val="FF836D"/>
                </a:solidFill>
                <a:latin typeface="Arial"/>
                <a:ea typeface="Arial"/>
                <a:cs typeface="Arial"/>
              </a:defRPr>
            </a:lvl4pPr>
            <a:lvl5pPr algn="l">
              <a:defRPr sz="2550" b="1">
                <a:solidFill>
                  <a:srgbClr val="FF836D"/>
                </a:solidFill>
                <a:latin typeface="Arial"/>
                <a:ea typeface="Arial"/>
                <a:cs typeface="Arial"/>
              </a:defRPr>
            </a:lvl5pPr>
            <a:lvl6pPr algn="l">
              <a:defRPr sz="2550" b="1">
                <a:solidFill>
                  <a:srgbClr val="FF836D"/>
                </a:solidFill>
                <a:latin typeface="Arial"/>
                <a:ea typeface="Arial"/>
                <a:cs typeface="Arial"/>
              </a:defRPr>
            </a:lvl6pPr>
            <a:lvl7pPr algn="l">
              <a:defRPr sz="2550" b="1">
                <a:solidFill>
                  <a:srgbClr val="FF836D"/>
                </a:solidFill>
                <a:latin typeface="Arial"/>
                <a:ea typeface="Arial"/>
                <a:cs typeface="Arial"/>
              </a:defRPr>
            </a:lvl7pPr>
            <a:lvl8pPr algn="l">
              <a:defRPr sz="2550" b="1">
                <a:solidFill>
                  <a:srgbClr val="FF836D"/>
                </a:solidFill>
                <a:latin typeface="Arial"/>
                <a:ea typeface="Arial"/>
                <a:cs typeface="Arial"/>
              </a:defRPr>
            </a:lvl8pPr>
            <a:lvl9pPr algn="l">
              <a:defRPr sz="2550" b="1">
                <a:solidFill>
                  <a:srgbClr val="FF836D"/>
                </a:solidFill>
                <a:latin typeface="Arial"/>
                <a:ea typeface="Arial"/>
                <a:cs typeface="Arial"/>
              </a:defRPr>
            </a:lvl9pPr>
          </a:lstStyle>
          <a:p xmlns:a="http://schemas.openxmlformats.org/drawingml/2006/main">
            <a:pPr algn="l">
              <a:defRPr sz="2550" b="1">
                <a:solidFill>
                  <a:srgbClr val="FF836D"/>
                </a:solidFill>
                <a:latin typeface="Arial"/>
                <a:ea typeface="Arial"/>
                <a:cs typeface="Arial"/>
              </a:defRPr>
            </a:pPr>
            <a:r>
              <a:rPr sz="2550" b="1">
                <a:solidFill>
                  <a:srgbClr val="FF836D"/>
                </a:solidFill>
                <a:latin typeface="Arial"/>
                <a:ea typeface="Arial"/>
                <a:cs typeface="Arial"/>
              </a:rPr>
              <a:t>Assist 630</a:t>
            </a:r>
          </a:p>
        </p:txBody>
      </p:sp>
      <p:sp>
        <p:nvSpPr>
          <p:cNvPr id="8" name="Speech recognition, spoken reply and hangup">
            <a:extLst xmlns:a="http://schemas.openxmlformats.org/drawingml/2006/main">
              <a:ext uri="{FF2B5EF4-FFF2-40B4-BE49-F238E27FC236}">
                <a16:creationId xmlns:a16="http://schemas.microsoft.com/office/drawing/2014/main" id="{1E22DA4D-0E19-46FD-AD4D-7CA7EB724288}"/>
              </a:ext>
            </a:extLst>
          </p:cNvPr>
          <p:cNvSpPr>
            <a:spLocks xmlns:a="http://schemas.openxmlformats.org/drawingml/2006/main" noGrp="1"/>
          </p:cNvSpPr>
          <p:nvPr/>
        </p:nvSpPr>
        <p:spPr>
          <a:xfrm xmlns:a="http://schemas.openxmlformats.org/drawingml/2006/main">
            <a:off x="571500" y="4914900"/>
            <a:ext cx="10572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F5F7FB"/>
                </a:solidFill>
                <a:latin typeface="Arial"/>
                <a:ea typeface="Arial"/>
                <a:cs typeface="Arial"/>
              </a:defRPr>
            </a:defPPr>
            <a:lvl1pPr algn="l">
              <a:defRPr sz="2025" b="0">
                <a:solidFill>
                  <a:srgbClr val="F5F7FB"/>
                </a:solidFill>
                <a:latin typeface="Arial"/>
                <a:ea typeface="Arial"/>
                <a:cs typeface="Arial"/>
              </a:defRPr>
            </a:lvl1pPr>
            <a:lvl2pPr algn="l">
              <a:defRPr sz="2025" b="0">
                <a:solidFill>
                  <a:srgbClr val="F5F7FB"/>
                </a:solidFill>
                <a:latin typeface="Arial"/>
                <a:ea typeface="Arial"/>
                <a:cs typeface="Arial"/>
              </a:defRPr>
            </a:lvl2pPr>
            <a:lvl3pPr algn="l">
              <a:defRPr sz="2025" b="0">
                <a:solidFill>
                  <a:srgbClr val="F5F7FB"/>
                </a:solidFill>
                <a:latin typeface="Arial"/>
                <a:ea typeface="Arial"/>
                <a:cs typeface="Arial"/>
              </a:defRPr>
            </a:lvl3pPr>
            <a:lvl4pPr algn="l">
              <a:defRPr sz="2025" b="0">
                <a:solidFill>
                  <a:srgbClr val="F5F7FB"/>
                </a:solidFill>
                <a:latin typeface="Arial"/>
                <a:ea typeface="Arial"/>
                <a:cs typeface="Arial"/>
              </a:defRPr>
            </a:lvl4pPr>
            <a:lvl5pPr algn="l">
              <a:defRPr sz="2025" b="0">
                <a:solidFill>
                  <a:srgbClr val="F5F7FB"/>
                </a:solidFill>
                <a:latin typeface="Arial"/>
                <a:ea typeface="Arial"/>
                <a:cs typeface="Arial"/>
              </a:defRPr>
            </a:lvl5pPr>
            <a:lvl6pPr algn="l">
              <a:defRPr sz="2025" b="0">
                <a:solidFill>
                  <a:srgbClr val="F5F7FB"/>
                </a:solidFill>
                <a:latin typeface="Arial"/>
                <a:ea typeface="Arial"/>
                <a:cs typeface="Arial"/>
              </a:defRPr>
            </a:lvl6pPr>
            <a:lvl7pPr algn="l">
              <a:defRPr sz="2025" b="0">
                <a:solidFill>
                  <a:srgbClr val="F5F7FB"/>
                </a:solidFill>
                <a:latin typeface="Arial"/>
                <a:ea typeface="Arial"/>
                <a:cs typeface="Arial"/>
              </a:defRPr>
            </a:lvl7pPr>
            <a:lvl8pPr algn="l">
              <a:defRPr sz="2025" b="0">
                <a:solidFill>
                  <a:srgbClr val="F5F7FB"/>
                </a:solidFill>
                <a:latin typeface="Arial"/>
                <a:ea typeface="Arial"/>
                <a:cs typeface="Arial"/>
              </a:defRPr>
            </a:lvl8pPr>
            <a:lvl9pPr algn="l">
              <a:defRPr sz="2025" b="0">
                <a:solidFill>
                  <a:srgbClr val="F5F7FB"/>
                </a:solidFill>
                <a:latin typeface="Arial"/>
                <a:ea typeface="Arial"/>
                <a:cs typeface="Arial"/>
              </a:defRPr>
            </a:lvl9pPr>
          </a:lstStyle>
          <a:p xmlns:a="http://schemas.openxmlformats.org/drawingml/2006/main">
            <a:pPr algn="l">
              <a:defRPr sz="2025" b="0">
                <a:solidFill>
                  <a:srgbClr val="F5F7FB"/>
                </a:solidFill>
                <a:latin typeface="Arial"/>
                <a:ea typeface="Arial"/>
                <a:cs typeface="Arial"/>
              </a:defRPr>
            </a:pPr>
            <a:r>
              <a:rPr sz="2025" b="0">
                <a:solidFill>
                  <a:srgbClr val="F5F7FB"/>
                </a:solidFill>
                <a:latin typeface="Arial"/>
                <a:ea typeface="Arial"/>
                <a:cs typeface="Arial"/>
              </a:rPr>
              <a:t>Speech recognition, spoken reply and hangup</a:t>
            </a:r>
          </a:p>
        </p:txBody>
      </p:sp>
      <p:sp>
        <p:nvSpPr>
          <p:cNvPr id="9" name="Repeat after phone, PBX and HA restarts. Readiness does not verif">
            <a:extLst xmlns:a="http://schemas.openxmlformats.org/drawingml/2006/main">
              <a:ext uri="{FF2B5EF4-FFF2-40B4-BE49-F238E27FC236}">
                <a16:creationId xmlns:a16="http://schemas.microsoft.com/office/drawing/2014/main" id="{130F4415-1122-4860-9070-F651A98F6B45}"/>
              </a:ext>
            </a:extLst>
          </p:cNvPr>
          <p:cNvSpPr>
            <a:spLocks xmlns:a="http://schemas.openxmlformats.org/drawingml/2006/main" noGrp="1"/>
          </p:cNvSpPr>
          <p:nvPr/>
        </p:nvSpPr>
        <p:spPr>
          <a:xfrm xmlns:a="http://schemas.openxmlformats.org/drawingml/2006/main">
            <a:off x="571500" y="5953125"/>
            <a:ext cx="10191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AAB9D0"/>
                </a:solidFill>
                <a:latin typeface="Arial"/>
                <a:ea typeface="Arial"/>
                <a:cs typeface="Arial"/>
              </a:defRPr>
            </a:defPPr>
            <a:lvl1pPr algn="l">
              <a:defRPr sz="1425" b="0">
                <a:solidFill>
                  <a:srgbClr val="AAB9D0"/>
                </a:solidFill>
                <a:latin typeface="Arial"/>
                <a:ea typeface="Arial"/>
                <a:cs typeface="Arial"/>
              </a:defRPr>
            </a:lvl1pPr>
            <a:lvl2pPr algn="l">
              <a:defRPr sz="1425" b="0">
                <a:solidFill>
                  <a:srgbClr val="AAB9D0"/>
                </a:solidFill>
                <a:latin typeface="Arial"/>
                <a:ea typeface="Arial"/>
                <a:cs typeface="Arial"/>
              </a:defRPr>
            </a:lvl2pPr>
            <a:lvl3pPr algn="l">
              <a:defRPr sz="1425" b="0">
                <a:solidFill>
                  <a:srgbClr val="AAB9D0"/>
                </a:solidFill>
                <a:latin typeface="Arial"/>
                <a:ea typeface="Arial"/>
                <a:cs typeface="Arial"/>
              </a:defRPr>
            </a:lvl3pPr>
            <a:lvl4pPr algn="l">
              <a:defRPr sz="1425" b="0">
                <a:solidFill>
                  <a:srgbClr val="AAB9D0"/>
                </a:solidFill>
                <a:latin typeface="Arial"/>
                <a:ea typeface="Arial"/>
                <a:cs typeface="Arial"/>
              </a:defRPr>
            </a:lvl4pPr>
            <a:lvl5pPr algn="l">
              <a:defRPr sz="1425" b="0">
                <a:solidFill>
                  <a:srgbClr val="AAB9D0"/>
                </a:solidFill>
                <a:latin typeface="Arial"/>
                <a:ea typeface="Arial"/>
                <a:cs typeface="Arial"/>
              </a:defRPr>
            </a:lvl5pPr>
            <a:lvl6pPr algn="l">
              <a:defRPr sz="1425" b="0">
                <a:solidFill>
                  <a:srgbClr val="AAB9D0"/>
                </a:solidFill>
                <a:latin typeface="Arial"/>
                <a:ea typeface="Arial"/>
                <a:cs typeface="Arial"/>
              </a:defRPr>
            </a:lvl6pPr>
            <a:lvl7pPr algn="l">
              <a:defRPr sz="1425" b="0">
                <a:solidFill>
                  <a:srgbClr val="AAB9D0"/>
                </a:solidFill>
                <a:latin typeface="Arial"/>
                <a:ea typeface="Arial"/>
                <a:cs typeface="Arial"/>
              </a:defRPr>
            </a:lvl7pPr>
            <a:lvl8pPr algn="l">
              <a:defRPr sz="1425" b="0">
                <a:solidFill>
                  <a:srgbClr val="AAB9D0"/>
                </a:solidFill>
                <a:latin typeface="Arial"/>
                <a:ea typeface="Arial"/>
                <a:cs typeface="Arial"/>
              </a:defRPr>
            </a:lvl8pPr>
            <a:lvl9pPr algn="l">
              <a:defRPr sz="1425" b="0">
                <a:solidFill>
                  <a:srgbClr val="AAB9D0"/>
                </a:solidFill>
                <a:latin typeface="Arial"/>
                <a:ea typeface="Arial"/>
                <a:cs typeface="Arial"/>
              </a:defRPr>
            </a:lvl9pPr>
          </a:lstStyle>
          <a:p xmlns:a="http://schemas.openxmlformats.org/drawingml/2006/main">
            <a:pPr algn="l">
              <a:defRPr sz="1425" b="0">
                <a:solidFill>
                  <a:srgbClr val="AAB9D0"/>
                </a:solidFill>
                <a:latin typeface="Arial"/>
                <a:ea typeface="Arial"/>
                <a:cs typeface="Arial"/>
              </a:defRPr>
            </a:pPr>
            <a:r>
              <a:rPr sz="1425" b="0">
                <a:solidFill>
                  <a:srgbClr val="AAB9D0"/>
                </a:solidFill>
                <a:latin typeface="Arial"/>
                <a:ea typeface="Arial"/>
                <a:cs typeface="Arial"/>
              </a:rPr>
              <a:t>Repeat after phone, PBX and HA restarts. Readiness does not verify audio.</a:t>
            </a:r>
          </a:p>
        </p:txBody>
      </p:sp>
    </p:spTree>
    <p:extLst>
      <p:ext uri="{BB962C8B-B14F-4D97-AF65-F5344CB8AC3E}">
        <p14:creationId xmlns:p14="http://schemas.microsoft.com/office/powerpoint/2010/main" val="1256556724"/>
      </p:ext>
    </p:extLst>
  </p:cSld>
</p:sld>
</file>

<file path=ppt/slides/slide13.xml><?xml version="1.0" encoding="utf-8"?>
<p:sld xmlns:p="http://schemas.openxmlformats.org/presentationml/2006/main">
  <p:cSld>
    <p:bg>
      <p:bgPr>
        <a:solidFill xmlns:a="http://schemas.openxmlformats.org/drawingml/2006/main">
          <a:srgbClr val="101C34"/>
        </a:solidFill>
      </p:bgPr>
    </p:bg>
    <p:spTree>
      <p:nvGrpSpPr>
        <p:cNvPr id="1" name=""/>
        <p:cNvGrpSpPr/>
        <p:nvPr/>
      </p:nvGrpSpPr>
      <p:grpSpPr>
        <a:xfrm xmlns:a="http://schemas.openxmlformats.org/drawingml/2006/main"/>
      </p:grpSpPr>
      <p:sp>
        <p:nvSpPr>
          <p:cNvPr id="8" name="Operations and recovery">
            <a:extLst xmlns:a="http://schemas.openxmlformats.org/drawingml/2006/main">
              <a:ext uri="{FF2B5EF4-FFF2-40B4-BE49-F238E27FC236}">
                <a16:creationId xmlns:a16="http://schemas.microsoft.com/office/drawing/2014/main" id="{52B6D8B4-3185-4819-AEDA-33737CDCCCD1}"/>
              </a:ext>
            </a:extLst>
          </p:cNvPr>
          <p:cNvSpPr>
            <a:spLocks xmlns:a="http://schemas.openxmlformats.org/drawingml/2006/main" noGrp="1"/>
          </p:cNvSpPr>
          <p:nvPr/>
        </p:nvSpPr>
        <p:spPr>
          <a:xfrm xmlns:a="http://schemas.openxmlformats.org/drawingml/2006/main">
            <a:off x="571500" y="41910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75" b="1">
                <a:solidFill>
                  <a:srgbClr val="F5F7FB"/>
                </a:solidFill>
                <a:latin typeface="Arial"/>
                <a:ea typeface="Arial"/>
                <a:cs typeface="Arial"/>
              </a:defRPr>
            </a:defPPr>
            <a:lvl1pPr algn="l">
              <a:defRPr sz="3375" b="1">
                <a:solidFill>
                  <a:srgbClr val="F5F7FB"/>
                </a:solidFill>
                <a:latin typeface="Arial"/>
                <a:ea typeface="Arial"/>
                <a:cs typeface="Arial"/>
              </a:defRPr>
            </a:lvl1pPr>
            <a:lvl2pPr algn="l">
              <a:defRPr sz="3375" b="1">
                <a:solidFill>
                  <a:srgbClr val="F5F7FB"/>
                </a:solidFill>
                <a:latin typeface="Arial"/>
                <a:ea typeface="Arial"/>
                <a:cs typeface="Arial"/>
              </a:defRPr>
            </a:lvl2pPr>
            <a:lvl3pPr algn="l">
              <a:defRPr sz="3375" b="1">
                <a:solidFill>
                  <a:srgbClr val="F5F7FB"/>
                </a:solidFill>
                <a:latin typeface="Arial"/>
                <a:ea typeface="Arial"/>
                <a:cs typeface="Arial"/>
              </a:defRPr>
            </a:lvl3pPr>
            <a:lvl4pPr algn="l">
              <a:defRPr sz="3375" b="1">
                <a:solidFill>
                  <a:srgbClr val="F5F7FB"/>
                </a:solidFill>
                <a:latin typeface="Arial"/>
                <a:ea typeface="Arial"/>
                <a:cs typeface="Arial"/>
              </a:defRPr>
            </a:lvl4pPr>
            <a:lvl5pPr algn="l">
              <a:defRPr sz="3375" b="1">
                <a:solidFill>
                  <a:srgbClr val="F5F7FB"/>
                </a:solidFill>
                <a:latin typeface="Arial"/>
                <a:ea typeface="Arial"/>
                <a:cs typeface="Arial"/>
              </a:defRPr>
            </a:lvl5pPr>
            <a:lvl6pPr algn="l">
              <a:defRPr sz="3375" b="1">
                <a:solidFill>
                  <a:srgbClr val="F5F7FB"/>
                </a:solidFill>
                <a:latin typeface="Arial"/>
                <a:ea typeface="Arial"/>
                <a:cs typeface="Arial"/>
              </a:defRPr>
            </a:lvl6pPr>
            <a:lvl7pPr algn="l">
              <a:defRPr sz="3375" b="1">
                <a:solidFill>
                  <a:srgbClr val="F5F7FB"/>
                </a:solidFill>
                <a:latin typeface="Arial"/>
                <a:ea typeface="Arial"/>
                <a:cs typeface="Arial"/>
              </a:defRPr>
            </a:lvl7pPr>
            <a:lvl8pPr algn="l">
              <a:defRPr sz="3375" b="1">
                <a:solidFill>
                  <a:srgbClr val="F5F7FB"/>
                </a:solidFill>
                <a:latin typeface="Arial"/>
                <a:ea typeface="Arial"/>
                <a:cs typeface="Arial"/>
              </a:defRPr>
            </a:lvl8pPr>
            <a:lvl9pPr algn="l">
              <a:defRPr sz="3375" b="1">
                <a:solidFill>
                  <a:srgbClr val="F5F7FB"/>
                </a:solidFill>
                <a:latin typeface="Arial"/>
                <a:ea typeface="Arial"/>
                <a:cs typeface="Arial"/>
              </a:defRPr>
            </a:lvl9pPr>
          </a:lstStyle>
          <a:p xmlns:a="http://schemas.openxmlformats.org/drawingml/2006/main">
            <a:pPr algn="l">
              <a:defRPr sz="3375" b="1">
                <a:solidFill>
                  <a:srgbClr val="F5F7FB"/>
                </a:solidFill>
                <a:latin typeface="Arial"/>
                <a:ea typeface="Arial"/>
                <a:cs typeface="Arial"/>
              </a:defRPr>
            </a:pPr>
            <a:r>
              <a:rPr sz="3375" b="1">
                <a:solidFill>
                  <a:srgbClr val="F5F7FB"/>
                </a:solidFill>
                <a:latin typeface="Arial"/>
                <a:ea typeface="Arial"/>
                <a:cs typeface="Arial"/>
              </a:rPr>
              <a:t>Operations and recovery</a:t>
            </a:r>
          </a:p>
        </p:txBody>
      </p:sp>
      <p:sp>
        <p:nvSpPr>
          <p:cNvPr id="2" name="13">
            <a:extLst xmlns:a="http://schemas.openxmlformats.org/drawingml/2006/main">
              <a:ext uri="{FF2B5EF4-FFF2-40B4-BE49-F238E27FC236}">
                <a16:creationId xmlns:a16="http://schemas.microsoft.com/office/drawing/2014/main" id="{BF17B6F7-E958-4325-9489-85E624140C1B}"/>
              </a:ext>
            </a:extLst>
          </p:cNvPr>
          <p:cNvSpPr>
            <a:spLocks xmlns:a="http://schemas.openxmlformats.org/drawingml/2006/main" noGrp="1"/>
          </p:cNvSpPr>
          <p:nvPr/>
        </p:nvSpPr>
        <p:spPr>
          <a:xfrm xmlns:a="http://schemas.openxmlformats.org/drawingml/2006/main">
            <a:off x="11049000" y="63627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AAB9D0"/>
                </a:solidFill>
                <a:latin typeface="Arial"/>
                <a:ea typeface="Arial"/>
                <a:cs typeface="Arial"/>
              </a:defRPr>
            </a:defPPr>
            <a:lvl1pPr algn="r">
              <a:defRPr sz="1275" b="0">
                <a:solidFill>
                  <a:srgbClr val="AAB9D0"/>
                </a:solidFill>
                <a:latin typeface="Arial"/>
                <a:ea typeface="Arial"/>
                <a:cs typeface="Arial"/>
              </a:defRPr>
            </a:lvl1pPr>
            <a:lvl2pPr algn="r">
              <a:defRPr sz="1275" b="0">
                <a:solidFill>
                  <a:srgbClr val="AAB9D0"/>
                </a:solidFill>
                <a:latin typeface="Arial"/>
                <a:ea typeface="Arial"/>
                <a:cs typeface="Arial"/>
              </a:defRPr>
            </a:lvl2pPr>
            <a:lvl3pPr algn="r">
              <a:defRPr sz="1275" b="0">
                <a:solidFill>
                  <a:srgbClr val="AAB9D0"/>
                </a:solidFill>
                <a:latin typeface="Arial"/>
                <a:ea typeface="Arial"/>
                <a:cs typeface="Arial"/>
              </a:defRPr>
            </a:lvl3pPr>
            <a:lvl4pPr algn="r">
              <a:defRPr sz="1275" b="0">
                <a:solidFill>
                  <a:srgbClr val="AAB9D0"/>
                </a:solidFill>
                <a:latin typeface="Arial"/>
                <a:ea typeface="Arial"/>
                <a:cs typeface="Arial"/>
              </a:defRPr>
            </a:lvl4pPr>
            <a:lvl5pPr algn="r">
              <a:defRPr sz="1275" b="0">
                <a:solidFill>
                  <a:srgbClr val="AAB9D0"/>
                </a:solidFill>
                <a:latin typeface="Arial"/>
                <a:ea typeface="Arial"/>
                <a:cs typeface="Arial"/>
              </a:defRPr>
            </a:lvl5pPr>
            <a:lvl6pPr algn="r">
              <a:defRPr sz="1275" b="0">
                <a:solidFill>
                  <a:srgbClr val="AAB9D0"/>
                </a:solidFill>
                <a:latin typeface="Arial"/>
                <a:ea typeface="Arial"/>
                <a:cs typeface="Arial"/>
              </a:defRPr>
            </a:lvl6pPr>
            <a:lvl7pPr algn="r">
              <a:defRPr sz="1275" b="0">
                <a:solidFill>
                  <a:srgbClr val="AAB9D0"/>
                </a:solidFill>
                <a:latin typeface="Arial"/>
                <a:ea typeface="Arial"/>
                <a:cs typeface="Arial"/>
              </a:defRPr>
            </a:lvl7pPr>
            <a:lvl8pPr algn="r">
              <a:defRPr sz="1275" b="0">
                <a:solidFill>
                  <a:srgbClr val="AAB9D0"/>
                </a:solidFill>
                <a:latin typeface="Arial"/>
                <a:ea typeface="Arial"/>
                <a:cs typeface="Arial"/>
              </a:defRPr>
            </a:lvl8pPr>
            <a:lvl9pPr algn="r">
              <a:defRPr sz="1275" b="0">
                <a:solidFill>
                  <a:srgbClr val="AAB9D0"/>
                </a:solidFill>
                <a:latin typeface="Arial"/>
                <a:ea typeface="Arial"/>
                <a:cs typeface="Arial"/>
              </a:defRPr>
            </a:lvl9pPr>
          </a:lstStyle>
          <a:p xmlns:a="http://schemas.openxmlformats.org/drawingml/2006/main">
            <a:pPr algn="r">
              <a:defRPr sz="1275" b="0">
                <a:solidFill>
                  <a:srgbClr val="AAB9D0"/>
                </a:solidFill>
                <a:latin typeface="Arial"/>
                <a:ea typeface="Arial"/>
                <a:cs typeface="Arial"/>
              </a:defRPr>
            </a:pPr>
            <a:r>
              <a:rPr sz="1275" b="0">
                <a:solidFill>
                  <a:srgbClr val="AAB9D0"/>
                </a:solidFill>
                <a:latin typeface="Arial"/>
                <a:ea typeface="Arial"/>
                <a:cs typeface="Arial"/>
              </a:rPr>
              <a:t>13</a:t>
            </a:r>
          </a:p>
        </p:txBody>
      </p:sp>
      <p:sp>
        <p:nvSpPr>
          <p:cNvPr id="3" name="Private backups outside Git">
            <a:extLst xmlns:a="http://schemas.openxmlformats.org/drawingml/2006/main">
              <a:ext uri="{FF2B5EF4-FFF2-40B4-BE49-F238E27FC236}">
                <a16:creationId xmlns:a16="http://schemas.microsoft.com/office/drawing/2014/main" id="{E54B6E0E-8A96-4B39-86F9-A66EAE8E0CEF}"/>
              </a:ext>
            </a:extLst>
          </p:cNvPr>
          <p:cNvSpPr>
            <a:spLocks xmlns:a="http://schemas.openxmlformats.org/drawingml/2006/main" noGrp="1"/>
          </p:cNvSpPr>
          <p:nvPr/>
        </p:nvSpPr>
        <p:spPr>
          <a:xfrm xmlns:a="http://schemas.openxmlformats.org/drawingml/2006/main">
            <a:off x="571500" y="1762125"/>
            <a:ext cx="10572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48DDCC"/>
                </a:solidFill>
                <a:latin typeface="Arial"/>
                <a:ea typeface="Arial"/>
                <a:cs typeface="Arial"/>
              </a:defRPr>
            </a:defPPr>
            <a:lvl1pPr algn="l">
              <a:defRPr sz="2550" b="1">
                <a:solidFill>
                  <a:srgbClr val="48DDCC"/>
                </a:solidFill>
                <a:latin typeface="Arial"/>
                <a:ea typeface="Arial"/>
                <a:cs typeface="Arial"/>
              </a:defRPr>
            </a:lvl1pPr>
            <a:lvl2pPr algn="l">
              <a:defRPr sz="2550" b="1">
                <a:solidFill>
                  <a:srgbClr val="48DDCC"/>
                </a:solidFill>
                <a:latin typeface="Arial"/>
                <a:ea typeface="Arial"/>
                <a:cs typeface="Arial"/>
              </a:defRPr>
            </a:lvl2pPr>
            <a:lvl3pPr algn="l">
              <a:defRPr sz="2550" b="1">
                <a:solidFill>
                  <a:srgbClr val="48DDCC"/>
                </a:solidFill>
                <a:latin typeface="Arial"/>
                <a:ea typeface="Arial"/>
                <a:cs typeface="Arial"/>
              </a:defRPr>
            </a:lvl3pPr>
            <a:lvl4pPr algn="l">
              <a:defRPr sz="2550" b="1">
                <a:solidFill>
                  <a:srgbClr val="48DDCC"/>
                </a:solidFill>
                <a:latin typeface="Arial"/>
                <a:ea typeface="Arial"/>
                <a:cs typeface="Arial"/>
              </a:defRPr>
            </a:lvl4pPr>
            <a:lvl5pPr algn="l">
              <a:defRPr sz="2550" b="1">
                <a:solidFill>
                  <a:srgbClr val="48DDCC"/>
                </a:solidFill>
                <a:latin typeface="Arial"/>
                <a:ea typeface="Arial"/>
                <a:cs typeface="Arial"/>
              </a:defRPr>
            </a:lvl5pPr>
            <a:lvl6pPr algn="l">
              <a:defRPr sz="2550" b="1">
                <a:solidFill>
                  <a:srgbClr val="48DDCC"/>
                </a:solidFill>
                <a:latin typeface="Arial"/>
                <a:ea typeface="Arial"/>
                <a:cs typeface="Arial"/>
              </a:defRPr>
            </a:lvl6pPr>
            <a:lvl7pPr algn="l">
              <a:defRPr sz="2550" b="1">
                <a:solidFill>
                  <a:srgbClr val="48DDCC"/>
                </a:solidFill>
                <a:latin typeface="Arial"/>
                <a:ea typeface="Arial"/>
                <a:cs typeface="Arial"/>
              </a:defRPr>
            </a:lvl7pPr>
            <a:lvl8pPr algn="l">
              <a:defRPr sz="2550" b="1">
                <a:solidFill>
                  <a:srgbClr val="48DDCC"/>
                </a:solidFill>
                <a:latin typeface="Arial"/>
                <a:ea typeface="Arial"/>
                <a:cs typeface="Arial"/>
              </a:defRPr>
            </a:lvl8pPr>
            <a:lvl9pPr algn="l">
              <a:defRPr sz="2550" b="1">
                <a:solidFill>
                  <a:srgbClr val="48DDCC"/>
                </a:solidFill>
                <a:latin typeface="Arial"/>
                <a:ea typeface="Arial"/>
                <a:cs typeface="Arial"/>
              </a:defRPr>
            </a:lvl9pPr>
          </a:lstStyle>
          <a:p xmlns:a="http://schemas.openxmlformats.org/drawingml/2006/main">
            <a:pPr algn="l">
              <a:defRPr sz="2550" b="1">
                <a:solidFill>
                  <a:srgbClr val="48DDCC"/>
                </a:solidFill>
                <a:latin typeface="Arial"/>
                <a:ea typeface="Arial"/>
                <a:cs typeface="Arial"/>
              </a:defRPr>
            </a:pPr>
            <a:r>
              <a:rPr sz="2550" b="1">
                <a:solidFill>
                  <a:srgbClr val="48DDCC"/>
                </a:solidFill>
                <a:latin typeface="Arial"/>
                <a:ea typeface="Arial"/>
                <a:cs typeface="Arial"/>
              </a:rPr>
              <a:t>Private backups outside Git</a:t>
            </a:r>
          </a:p>
        </p:txBody>
      </p:sp>
      <p:sp>
        <p:nvSpPr>
          <p:cNvPr id="4" name="Inventory, SIP / AMI secrets and Asterisk data&#10;HA config / .stora">
            <a:extLst xmlns:a="http://schemas.openxmlformats.org/drawingml/2006/main">
              <a:ext uri="{FF2B5EF4-FFF2-40B4-BE49-F238E27FC236}">
                <a16:creationId xmlns:a16="http://schemas.microsoft.com/office/drawing/2014/main" id="{EF97E6C3-7AF2-4B02-99B9-2F74E17D7D10}"/>
              </a:ext>
            </a:extLst>
          </p:cNvPr>
          <p:cNvSpPr>
            <a:spLocks xmlns:a="http://schemas.openxmlformats.org/drawingml/2006/main" noGrp="1"/>
          </p:cNvSpPr>
          <p:nvPr/>
        </p:nvSpPr>
        <p:spPr>
          <a:xfrm xmlns:a="http://schemas.openxmlformats.org/drawingml/2006/main">
            <a:off x="571500" y="238125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F5F7FB"/>
                </a:solidFill>
                <a:latin typeface="Arial"/>
                <a:ea typeface="Arial"/>
                <a:cs typeface="Arial"/>
              </a:defRPr>
            </a:defPPr>
            <a:lvl1pPr algn="l">
              <a:defRPr sz="2175" b="0">
                <a:solidFill>
                  <a:srgbClr val="F5F7FB"/>
                </a:solidFill>
                <a:latin typeface="Arial"/>
                <a:ea typeface="Arial"/>
                <a:cs typeface="Arial"/>
              </a:defRPr>
            </a:lvl1pPr>
            <a:lvl2pPr algn="l">
              <a:defRPr sz="2175" b="0">
                <a:solidFill>
                  <a:srgbClr val="F5F7FB"/>
                </a:solidFill>
                <a:latin typeface="Arial"/>
                <a:ea typeface="Arial"/>
                <a:cs typeface="Arial"/>
              </a:defRPr>
            </a:lvl2pPr>
            <a:lvl3pPr algn="l">
              <a:defRPr sz="2175" b="0">
                <a:solidFill>
                  <a:srgbClr val="F5F7FB"/>
                </a:solidFill>
                <a:latin typeface="Arial"/>
                <a:ea typeface="Arial"/>
                <a:cs typeface="Arial"/>
              </a:defRPr>
            </a:lvl3pPr>
            <a:lvl4pPr algn="l">
              <a:defRPr sz="2175" b="0">
                <a:solidFill>
                  <a:srgbClr val="F5F7FB"/>
                </a:solidFill>
                <a:latin typeface="Arial"/>
                <a:ea typeface="Arial"/>
                <a:cs typeface="Arial"/>
              </a:defRPr>
            </a:lvl4pPr>
            <a:lvl5pPr algn="l">
              <a:defRPr sz="2175" b="0">
                <a:solidFill>
                  <a:srgbClr val="F5F7FB"/>
                </a:solidFill>
                <a:latin typeface="Arial"/>
                <a:ea typeface="Arial"/>
                <a:cs typeface="Arial"/>
              </a:defRPr>
            </a:lvl5pPr>
            <a:lvl6pPr algn="l">
              <a:defRPr sz="2175" b="0">
                <a:solidFill>
                  <a:srgbClr val="F5F7FB"/>
                </a:solidFill>
                <a:latin typeface="Arial"/>
                <a:ea typeface="Arial"/>
                <a:cs typeface="Arial"/>
              </a:defRPr>
            </a:lvl6pPr>
            <a:lvl7pPr algn="l">
              <a:defRPr sz="2175" b="0">
                <a:solidFill>
                  <a:srgbClr val="F5F7FB"/>
                </a:solidFill>
                <a:latin typeface="Arial"/>
                <a:ea typeface="Arial"/>
                <a:cs typeface="Arial"/>
              </a:defRPr>
            </a:lvl7pPr>
            <a:lvl8pPr algn="l">
              <a:defRPr sz="2175" b="0">
                <a:solidFill>
                  <a:srgbClr val="F5F7FB"/>
                </a:solidFill>
                <a:latin typeface="Arial"/>
                <a:ea typeface="Arial"/>
                <a:cs typeface="Arial"/>
              </a:defRPr>
            </a:lvl8pPr>
            <a:lvl9pPr algn="l">
              <a:defRPr sz="2175" b="0">
                <a:solidFill>
                  <a:srgbClr val="F5F7FB"/>
                </a:solidFill>
                <a:latin typeface="Arial"/>
                <a:ea typeface="Arial"/>
                <a:cs typeface="Arial"/>
              </a:defRPr>
            </a:lvl9pPr>
          </a:lstStyle>
          <a:p xmlns:a="http://schemas.openxmlformats.org/drawingml/2006/main">
            <a:pPr algn="l">
              <a:defRPr sz="2175" b="0">
                <a:solidFill>
                  <a:srgbClr val="F5F7FB"/>
                </a:solidFill>
                <a:latin typeface="Arial"/>
                <a:ea typeface="Arial"/>
                <a:cs typeface="Arial"/>
              </a:defRPr>
            </a:pPr>
            <a:r>
              <a:rPr sz="2175" b="0">
                <a:solidFill>
                  <a:srgbClr val="F5F7FB"/>
                </a:solidFill>
                <a:latin typeface="Arial"/>
                <a:ea typeface="Arial"/>
                <a:cs typeface="Arial"/>
              </a:rPr>
              <a:t>Inventory, SIP / AMI secrets and Asterisk data</a:t>
            </a:r>
          </a:p>
          <a:p xmlns:a="http://schemas.openxmlformats.org/drawingml/2006/main">
            <a:pPr algn="l">
              <a:defRPr sz="2175" b="0">
                <a:solidFill>
                  <a:srgbClr val="F5F7FB"/>
                </a:solidFill>
                <a:latin typeface="Arial"/>
                <a:ea typeface="Arial"/>
                <a:cs typeface="Arial"/>
              </a:defRPr>
            </a:pPr>
            <a:r>
              <a:rPr sz="2175" b="0">
                <a:solidFill>
                  <a:srgbClr val="F5F7FB"/>
                </a:solidFill>
                <a:latin typeface="Arial"/>
                <a:ea typeface="Arial"/>
                <a:cs typeface="Arial"/>
              </a:rPr>
              <a:t>HA config / .storage, entity mappings and image versions</a:t>
            </a:r>
          </a:p>
        </p:txBody>
      </p:sp>
      <p:sp>
        <p:nvSpPr>
          <p:cNvPr id="5" name="One node is a single point of failure">
            <a:extLst xmlns:a="http://schemas.openxmlformats.org/drawingml/2006/main">
              <a:ext uri="{FF2B5EF4-FFF2-40B4-BE49-F238E27FC236}">
                <a16:creationId xmlns:a16="http://schemas.microsoft.com/office/drawing/2014/main" id="{55CED628-50D3-41E2-AFAC-2A49523AC6CE}"/>
              </a:ext>
            </a:extLst>
          </p:cNvPr>
          <p:cNvSpPr>
            <a:spLocks xmlns:a="http://schemas.openxmlformats.org/drawingml/2006/main" noGrp="1"/>
          </p:cNvSpPr>
          <p:nvPr/>
        </p:nvSpPr>
        <p:spPr>
          <a:xfrm xmlns:a="http://schemas.openxmlformats.org/drawingml/2006/main">
            <a:off x="571500" y="3905250"/>
            <a:ext cx="10572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FF836D"/>
                </a:solidFill>
                <a:latin typeface="Arial"/>
                <a:ea typeface="Arial"/>
                <a:cs typeface="Arial"/>
              </a:defRPr>
            </a:defPPr>
            <a:lvl1pPr algn="l">
              <a:defRPr sz="2550" b="1">
                <a:solidFill>
                  <a:srgbClr val="FF836D"/>
                </a:solidFill>
                <a:latin typeface="Arial"/>
                <a:ea typeface="Arial"/>
                <a:cs typeface="Arial"/>
              </a:defRPr>
            </a:lvl1pPr>
            <a:lvl2pPr algn="l">
              <a:defRPr sz="2550" b="1">
                <a:solidFill>
                  <a:srgbClr val="FF836D"/>
                </a:solidFill>
                <a:latin typeface="Arial"/>
                <a:ea typeface="Arial"/>
                <a:cs typeface="Arial"/>
              </a:defRPr>
            </a:lvl2pPr>
            <a:lvl3pPr algn="l">
              <a:defRPr sz="2550" b="1">
                <a:solidFill>
                  <a:srgbClr val="FF836D"/>
                </a:solidFill>
                <a:latin typeface="Arial"/>
                <a:ea typeface="Arial"/>
                <a:cs typeface="Arial"/>
              </a:defRPr>
            </a:lvl3pPr>
            <a:lvl4pPr algn="l">
              <a:defRPr sz="2550" b="1">
                <a:solidFill>
                  <a:srgbClr val="FF836D"/>
                </a:solidFill>
                <a:latin typeface="Arial"/>
                <a:ea typeface="Arial"/>
                <a:cs typeface="Arial"/>
              </a:defRPr>
            </a:lvl4pPr>
            <a:lvl5pPr algn="l">
              <a:defRPr sz="2550" b="1">
                <a:solidFill>
                  <a:srgbClr val="FF836D"/>
                </a:solidFill>
                <a:latin typeface="Arial"/>
                <a:ea typeface="Arial"/>
                <a:cs typeface="Arial"/>
              </a:defRPr>
            </a:lvl5pPr>
            <a:lvl6pPr algn="l">
              <a:defRPr sz="2550" b="1">
                <a:solidFill>
                  <a:srgbClr val="FF836D"/>
                </a:solidFill>
                <a:latin typeface="Arial"/>
                <a:ea typeface="Arial"/>
                <a:cs typeface="Arial"/>
              </a:defRPr>
            </a:lvl6pPr>
            <a:lvl7pPr algn="l">
              <a:defRPr sz="2550" b="1">
                <a:solidFill>
                  <a:srgbClr val="FF836D"/>
                </a:solidFill>
                <a:latin typeface="Arial"/>
                <a:ea typeface="Arial"/>
                <a:cs typeface="Arial"/>
              </a:defRPr>
            </a:lvl7pPr>
            <a:lvl8pPr algn="l">
              <a:defRPr sz="2550" b="1">
                <a:solidFill>
                  <a:srgbClr val="FF836D"/>
                </a:solidFill>
                <a:latin typeface="Arial"/>
                <a:ea typeface="Arial"/>
                <a:cs typeface="Arial"/>
              </a:defRPr>
            </a:lvl8pPr>
            <a:lvl9pPr algn="l">
              <a:defRPr sz="2550" b="1">
                <a:solidFill>
                  <a:srgbClr val="FF836D"/>
                </a:solidFill>
                <a:latin typeface="Arial"/>
                <a:ea typeface="Arial"/>
                <a:cs typeface="Arial"/>
              </a:defRPr>
            </a:lvl9pPr>
          </a:lstStyle>
          <a:p xmlns:a="http://schemas.openxmlformats.org/drawingml/2006/main">
            <a:pPr algn="l">
              <a:defRPr sz="2550" b="1">
                <a:solidFill>
                  <a:srgbClr val="FF836D"/>
                </a:solidFill>
                <a:latin typeface="Arial"/>
                <a:ea typeface="Arial"/>
                <a:cs typeface="Arial"/>
              </a:defRPr>
            </a:pPr>
            <a:r>
              <a:rPr sz="2550" b="1">
                <a:solidFill>
                  <a:srgbClr val="FF836D"/>
                </a:solidFill>
                <a:latin typeface="Arial"/>
                <a:ea typeface="Arial"/>
                <a:cs typeface="Arial"/>
              </a:rPr>
              <a:t>One node is a single point of failure</a:t>
            </a:r>
          </a:p>
        </p:txBody>
      </p:sp>
      <p:sp>
        <p:nvSpPr>
          <p:cNvPr id="6" name="UPS for network equipment and the k3s node&#10;A recovery plan that p">
            <a:extLst xmlns:a="http://schemas.openxmlformats.org/drawingml/2006/main">
              <a:ext uri="{FF2B5EF4-FFF2-40B4-BE49-F238E27FC236}">
                <a16:creationId xmlns:a16="http://schemas.microsoft.com/office/drawing/2014/main" id="{D4FDB310-FABB-48FB-8233-E94E7CB3B897}"/>
              </a:ext>
            </a:extLst>
          </p:cNvPr>
          <p:cNvSpPr>
            <a:spLocks xmlns:a="http://schemas.openxmlformats.org/drawingml/2006/main" noGrp="1"/>
          </p:cNvSpPr>
          <p:nvPr/>
        </p:nvSpPr>
        <p:spPr>
          <a:xfrm xmlns:a="http://schemas.openxmlformats.org/drawingml/2006/main">
            <a:off x="571500" y="452437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F5F7FB"/>
                </a:solidFill>
                <a:latin typeface="Arial"/>
                <a:ea typeface="Arial"/>
                <a:cs typeface="Arial"/>
              </a:defRPr>
            </a:defPPr>
            <a:lvl1pPr algn="l">
              <a:defRPr sz="2175" b="0">
                <a:solidFill>
                  <a:srgbClr val="F5F7FB"/>
                </a:solidFill>
                <a:latin typeface="Arial"/>
                <a:ea typeface="Arial"/>
                <a:cs typeface="Arial"/>
              </a:defRPr>
            </a:lvl1pPr>
            <a:lvl2pPr algn="l">
              <a:defRPr sz="2175" b="0">
                <a:solidFill>
                  <a:srgbClr val="F5F7FB"/>
                </a:solidFill>
                <a:latin typeface="Arial"/>
                <a:ea typeface="Arial"/>
                <a:cs typeface="Arial"/>
              </a:defRPr>
            </a:lvl2pPr>
            <a:lvl3pPr algn="l">
              <a:defRPr sz="2175" b="0">
                <a:solidFill>
                  <a:srgbClr val="F5F7FB"/>
                </a:solidFill>
                <a:latin typeface="Arial"/>
                <a:ea typeface="Arial"/>
                <a:cs typeface="Arial"/>
              </a:defRPr>
            </a:lvl3pPr>
            <a:lvl4pPr algn="l">
              <a:defRPr sz="2175" b="0">
                <a:solidFill>
                  <a:srgbClr val="F5F7FB"/>
                </a:solidFill>
                <a:latin typeface="Arial"/>
                <a:ea typeface="Arial"/>
                <a:cs typeface="Arial"/>
              </a:defRPr>
            </a:lvl4pPr>
            <a:lvl5pPr algn="l">
              <a:defRPr sz="2175" b="0">
                <a:solidFill>
                  <a:srgbClr val="F5F7FB"/>
                </a:solidFill>
                <a:latin typeface="Arial"/>
                <a:ea typeface="Arial"/>
                <a:cs typeface="Arial"/>
              </a:defRPr>
            </a:lvl5pPr>
            <a:lvl6pPr algn="l">
              <a:defRPr sz="2175" b="0">
                <a:solidFill>
                  <a:srgbClr val="F5F7FB"/>
                </a:solidFill>
                <a:latin typeface="Arial"/>
                <a:ea typeface="Arial"/>
                <a:cs typeface="Arial"/>
              </a:defRPr>
            </a:lvl6pPr>
            <a:lvl7pPr algn="l">
              <a:defRPr sz="2175" b="0">
                <a:solidFill>
                  <a:srgbClr val="F5F7FB"/>
                </a:solidFill>
                <a:latin typeface="Arial"/>
                <a:ea typeface="Arial"/>
                <a:cs typeface="Arial"/>
              </a:defRPr>
            </a:lvl7pPr>
            <a:lvl8pPr algn="l">
              <a:defRPr sz="2175" b="0">
                <a:solidFill>
                  <a:srgbClr val="F5F7FB"/>
                </a:solidFill>
                <a:latin typeface="Arial"/>
                <a:ea typeface="Arial"/>
                <a:cs typeface="Arial"/>
              </a:defRPr>
            </a:lvl8pPr>
            <a:lvl9pPr algn="l">
              <a:defRPr sz="2175" b="0">
                <a:solidFill>
                  <a:srgbClr val="F5F7FB"/>
                </a:solidFill>
                <a:latin typeface="Arial"/>
                <a:ea typeface="Arial"/>
                <a:cs typeface="Arial"/>
              </a:defRPr>
            </a:lvl9pPr>
          </a:lstStyle>
          <a:p xmlns:a="http://schemas.openxmlformats.org/drawingml/2006/main">
            <a:pPr algn="l">
              <a:defRPr sz="2175" b="0">
                <a:solidFill>
                  <a:srgbClr val="F5F7FB"/>
                </a:solidFill>
                <a:latin typeface="Arial"/>
                <a:ea typeface="Arial"/>
                <a:cs typeface="Arial"/>
              </a:defRPr>
            </a:pPr>
            <a:r>
              <a:rPr sz="2175" b="0">
                <a:solidFill>
                  <a:srgbClr val="F5F7FB"/>
                </a:solidFill>
                <a:latin typeface="Arial"/>
                <a:ea typeface="Arial"/>
                <a:cs typeface="Arial"/>
              </a:rPr>
              <a:t>UPS for network equipment and the k3s node</a:t>
            </a:r>
          </a:p>
          <a:p xmlns:a="http://schemas.openxmlformats.org/drawingml/2006/main">
            <a:pPr algn="l">
              <a:defRPr sz="2175" b="0">
                <a:solidFill>
                  <a:srgbClr val="F5F7FB"/>
                </a:solidFill>
                <a:latin typeface="Arial"/>
                <a:ea typeface="Arial"/>
                <a:cs typeface="Arial"/>
              </a:defRPr>
            </a:pPr>
            <a:r>
              <a:rPr sz="2175" b="0">
                <a:solidFill>
                  <a:srgbClr val="F5F7FB"/>
                </a:solidFill>
                <a:latin typeface="Arial"/>
                <a:ea typeface="Arial"/>
                <a:cs typeface="Arial"/>
              </a:rPr>
              <a:t>A recovery plan that preserves the LAN IP</a:t>
            </a:r>
          </a:p>
        </p:txBody>
      </p:sp>
      <p:sp>
        <p:nvSpPr>
          <p:cNvPr id="7" name="Exclude raw DTMF and connected-line data from Recorder. Review ex">
            <a:extLst xmlns:a="http://schemas.openxmlformats.org/drawingml/2006/main">
              <a:ext uri="{FF2B5EF4-FFF2-40B4-BE49-F238E27FC236}">
                <a16:creationId xmlns:a16="http://schemas.microsoft.com/office/drawing/2014/main" id="{CFD4B98C-03D1-46F9-B2FD-576D09061615}"/>
              </a:ext>
            </a:extLst>
          </p:cNvPr>
          <p:cNvSpPr>
            <a:spLocks xmlns:a="http://schemas.openxmlformats.org/drawingml/2006/main" noGrp="1"/>
          </p:cNvSpPr>
          <p:nvPr/>
        </p:nvSpPr>
        <p:spPr>
          <a:xfrm xmlns:a="http://schemas.openxmlformats.org/drawingml/2006/main">
            <a:off x="571500" y="5953125"/>
            <a:ext cx="10191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AAB9D0"/>
                </a:solidFill>
                <a:latin typeface="Arial"/>
                <a:ea typeface="Arial"/>
                <a:cs typeface="Arial"/>
              </a:defRPr>
            </a:defPPr>
            <a:lvl1pPr algn="l">
              <a:defRPr sz="1425" b="0">
                <a:solidFill>
                  <a:srgbClr val="AAB9D0"/>
                </a:solidFill>
                <a:latin typeface="Arial"/>
                <a:ea typeface="Arial"/>
                <a:cs typeface="Arial"/>
              </a:defRPr>
            </a:lvl1pPr>
            <a:lvl2pPr algn="l">
              <a:defRPr sz="1425" b="0">
                <a:solidFill>
                  <a:srgbClr val="AAB9D0"/>
                </a:solidFill>
                <a:latin typeface="Arial"/>
                <a:ea typeface="Arial"/>
                <a:cs typeface="Arial"/>
              </a:defRPr>
            </a:lvl2pPr>
            <a:lvl3pPr algn="l">
              <a:defRPr sz="1425" b="0">
                <a:solidFill>
                  <a:srgbClr val="AAB9D0"/>
                </a:solidFill>
                <a:latin typeface="Arial"/>
                <a:ea typeface="Arial"/>
                <a:cs typeface="Arial"/>
              </a:defRPr>
            </a:lvl3pPr>
            <a:lvl4pPr algn="l">
              <a:defRPr sz="1425" b="0">
                <a:solidFill>
                  <a:srgbClr val="AAB9D0"/>
                </a:solidFill>
                <a:latin typeface="Arial"/>
                <a:ea typeface="Arial"/>
                <a:cs typeface="Arial"/>
              </a:defRPr>
            </a:lvl4pPr>
            <a:lvl5pPr algn="l">
              <a:defRPr sz="1425" b="0">
                <a:solidFill>
                  <a:srgbClr val="AAB9D0"/>
                </a:solidFill>
                <a:latin typeface="Arial"/>
                <a:ea typeface="Arial"/>
                <a:cs typeface="Arial"/>
              </a:defRPr>
            </a:lvl5pPr>
            <a:lvl6pPr algn="l">
              <a:defRPr sz="1425" b="0">
                <a:solidFill>
                  <a:srgbClr val="AAB9D0"/>
                </a:solidFill>
                <a:latin typeface="Arial"/>
                <a:ea typeface="Arial"/>
                <a:cs typeface="Arial"/>
              </a:defRPr>
            </a:lvl6pPr>
            <a:lvl7pPr algn="l">
              <a:defRPr sz="1425" b="0">
                <a:solidFill>
                  <a:srgbClr val="AAB9D0"/>
                </a:solidFill>
                <a:latin typeface="Arial"/>
                <a:ea typeface="Arial"/>
                <a:cs typeface="Arial"/>
              </a:defRPr>
            </a:lvl7pPr>
            <a:lvl8pPr algn="l">
              <a:defRPr sz="1425" b="0">
                <a:solidFill>
                  <a:srgbClr val="AAB9D0"/>
                </a:solidFill>
                <a:latin typeface="Arial"/>
                <a:ea typeface="Arial"/>
                <a:cs typeface="Arial"/>
              </a:defRPr>
            </a:lvl8pPr>
            <a:lvl9pPr algn="l">
              <a:defRPr sz="1425" b="0">
                <a:solidFill>
                  <a:srgbClr val="AAB9D0"/>
                </a:solidFill>
                <a:latin typeface="Arial"/>
                <a:ea typeface="Arial"/>
                <a:cs typeface="Arial"/>
              </a:defRPr>
            </a:lvl9pPr>
          </a:lstStyle>
          <a:p xmlns:a="http://schemas.openxmlformats.org/drawingml/2006/main">
            <a:pPr algn="l">
              <a:defRPr sz="1425" b="0">
                <a:solidFill>
                  <a:srgbClr val="AAB9D0"/>
                </a:solidFill>
                <a:latin typeface="Arial"/>
                <a:ea typeface="Arial"/>
                <a:cs typeface="Arial"/>
              </a:defRPr>
            </a:pPr>
            <a:r>
              <a:rPr sz="1425" b="0">
                <a:solidFill>
                  <a:srgbClr val="AAB9D0"/>
                </a:solidFill>
                <a:latin typeface="Arial"/>
                <a:ea typeface="Arial"/>
                <a:cs typeface="Arial"/>
              </a:rPr>
              <a:t>Exclude raw DTMF and connected-line data from Recorder. Review existing history separately.</a:t>
            </a:r>
          </a:p>
        </p:txBody>
      </p:sp>
    </p:spTree>
    <p:extLst>
      <p:ext uri="{BB962C8B-B14F-4D97-AF65-F5344CB8AC3E}">
        <p14:creationId xmlns:p14="http://schemas.microsoft.com/office/powerpoint/2010/main" val="962934406"/>
      </p:ext>
    </p:extLst>
  </p:cSld>
</p:sld>
</file>

<file path=ppt/slides/slide14.xml><?xml version="1.0" encoding="utf-8"?>
<p:sld xmlns:p="http://schemas.openxmlformats.org/presentationml/2006/main">
  <p:cSld>
    <p:bg>
      <p:bgPr>
        <a:solidFill xmlns:a="http://schemas.openxmlformats.org/drawingml/2006/main">
          <a:srgbClr val="101C34"/>
        </a:solidFill>
      </p:bgPr>
    </p:bg>
    <p:spTree>
      <p:nvGrpSpPr>
        <p:cNvPr id="1" name=""/>
        <p:cNvGrpSpPr/>
        <p:nvPr/>
      </p:nvGrpSpPr>
      <p:grpSpPr>
        <a:xfrm xmlns:a="http://schemas.openxmlformats.org/drawingml/2006/main"/>
      </p:grpSpPr>
      <p:sp>
        <p:nvSpPr>
          <p:cNvPr id="8" name="Server readiness and phone acceptance">
            <a:extLst xmlns:a="http://schemas.openxmlformats.org/drawingml/2006/main">
              <a:ext uri="{FF2B5EF4-FFF2-40B4-BE49-F238E27FC236}">
                <a16:creationId xmlns:a16="http://schemas.microsoft.com/office/drawing/2014/main" id="{D9F35BC4-7B72-4E6C-AE9D-734134D681C5}"/>
              </a:ext>
            </a:extLst>
          </p:cNvPr>
          <p:cNvSpPr>
            <a:spLocks xmlns:a="http://schemas.openxmlformats.org/drawingml/2006/main" noGrp="1"/>
          </p:cNvSpPr>
          <p:nvPr/>
        </p:nvSpPr>
        <p:spPr>
          <a:xfrm xmlns:a="http://schemas.openxmlformats.org/drawingml/2006/main">
            <a:off x="571500" y="41910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75" b="1">
                <a:solidFill>
                  <a:srgbClr val="F5F7FB"/>
                </a:solidFill>
                <a:latin typeface="Arial"/>
                <a:ea typeface="Arial"/>
                <a:cs typeface="Arial"/>
              </a:defRPr>
            </a:defPPr>
            <a:lvl1pPr algn="l">
              <a:defRPr sz="3375" b="1">
                <a:solidFill>
                  <a:srgbClr val="F5F7FB"/>
                </a:solidFill>
                <a:latin typeface="Arial"/>
                <a:ea typeface="Arial"/>
                <a:cs typeface="Arial"/>
              </a:defRPr>
            </a:lvl1pPr>
            <a:lvl2pPr algn="l">
              <a:defRPr sz="3375" b="1">
                <a:solidFill>
                  <a:srgbClr val="F5F7FB"/>
                </a:solidFill>
                <a:latin typeface="Arial"/>
                <a:ea typeface="Arial"/>
                <a:cs typeface="Arial"/>
              </a:defRPr>
            </a:lvl2pPr>
            <a:lvl3pPr algn="l">
              <a:defRPr sz="3375" b="1">
                <a:solidFill>
                  <a:srgbClr val="F5F7FB"/>
                </a:solidFill>
                <a:latin typeface="Arial"/>
                <a:ea typeface="Arial"/>
                <a:cs typeface="Arial"/>
              </a:defRPr>
            </a:lvl3pPr>
            <a:lvl4pPr algn="l">
              <a:defRPr sz="3375" b="1">
                <a:solidFill>
                  <a:srgbClr val="F5F7FB"/>
                </a:solidFill>
                <a:latin typeface="Arial"/>
                <a:ea typeface="Arial"/>
                <a:cs typeface="Arial"/>
              </a:defRPr>
            </a:lvl4pPr>
            <a:lvl5pPr algn="l">
              <a:defRPr sz="3375" b="1">
                <a:solidFill>
                  <a:srgbClr val="F5F7FB"/>
                </a:solidFill>
                <a:latin typeface="Arial"/>
                <a:ea typeface="Arial"/>
                <a:cs typeface="Arial"/>
              </a:defRPr>
            </a:lvl5pPr>
            <a:lvl6pPr algn="l">
              <a:defRPr sz="3375" b="1">
                <a:solidFill>
                  <a:srgbClr val="F5F7FB"/>
                </a:solidFill>
                <a:latin typeface="Arial"/>
                <a:ea typeface="Arial"/>
                <a:cs typeface="Arial"/>
              </a:defRPr>
            </a:lvl6pPr>
            <a:lvl7pPr algn="l">
              <a:defRPr sz="3375" b="1">
                <a:solidFill>
                  <a:srgbClr val="F5F7FB"/>
                </a:solidFill>
                <a:latin typeface="Arial"/>
                <a:ea typeface="Arial"/>
                <a:cs typeface="Arial"/>
              </a:defRPr>
            </a:lvl7pPr>
            <a:lvl8pPr algn="l">
              <a:defRPr sz="3375" b="1">
                <a:solidFill>
                  <a:srgbClr val="F5F7FB"/>
                </a:solidFill>
                <a:latin typeface="Arial"/>
                <a:ea typeface="Arial"/>
                <a:cs typeface="Arial"/>
              </a:defRPr>
            </a:lvl8pPr>
            <a:lvl9pPr algn="l">
              <a:defRPr sz="3375" b="1">
                <a:solidFill>
                  <a:srgbClr val="F5F7FB"/>
                </a:solidFill>
                <a:latin typeface="Arial"/>
                <a:ea typeface="Arial"/>
                <a:cs typeface="Arial"/>
              </a:defRPr>
            </a:lvl9pPr>
          </a:lstStyle>
          <a:p xmlns:a="http://schemas.openxmlformats.org/drawingml/2006/main">
            <a:pPr algn="l">
              <a:defRPr sz="3375" b="1">
                <a:solidFill>
                  <a:srgbClr val="F5F7FB"/>
                </a:solidFill>
                <a:latin typeface="Arial"/>
                <a:ea typeface="Arial"/>
                <a:cs typeface="Arial"/>
              </a:defRPr>
            </a:pPr>
            <a:r>
              <a:rPr sz="3375" b="1">
                <a:solidFill>
                  <a:srgbClr val="F5F7FB"/>
                </a:solidFill>
                <a:latin typeface="Arial"/>
                <a:ea typeface="Arial"/>
                <a:cs typeface="Arial"/>
              </a:rPr>
              <a:t>Server readiness and phone acceptance</a:t>
            </a:r>
          </a:p>
        </p:txBody>
      </p:sp>
      <p:sp>
        <p:nvSpPr>
          <p:cNvPr id="2" name="14">
            <a:extLst xmlns:a="http://schemas.openxmlformats.org/drawingml/2006/main">
              <a:ext uri="{FF2B5EF4-FFF2-40B4-BE49-F238E27FC236}">
                <a16:creationId xmlns:a16="http://schemas.microsoft.com/office/drawing/2014/main" id="{29F4E395-5F9F-4A09-A44B-F718AE83AD03}"/>
              </a:ext>
            </a:extLst>
          </p:cNvPr>
          <p:cNvSpPr>
            <a:spLocks xmlns:a="http://schemas.openxmlformats.org/drawingml/2006/main" noGrp="1"/>
          </p:cNvSpPr>
          <p:nvPr/>
        </p:nvSpPr>
        <p:spPr>
          <a:xfrm xmlns:a="http://schemas.openxmlformats.org/drawingml/2006/main">
            <a:off x="11049000" y="63627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AAB9D0"/>
                </a:solidFill>
                <a:latin typeface="Arial"/>
                <a:ea typeface="Arial"/>
                <a:cs typeface="Arial"/>
              </a:defRPr>
            </a:defPPr>
            <a:lvl1pPr algn="r">
              <a:defRPr sz="1275" b="0">
                <a:solidFill>
                  <a:srgbClr val="AAB9D0"/>
                </a:solidFill>
                <a:latin typeface="Arial"/>
                <a:ea typeface="Arial"/>
                <a:cs typeface="Arial"/>
              </a:defRPr>
            </a:lvl1pPr>
            <a:lvl2pPr algn="r">
              <a:defRPr sz="1275" b="0">
                <a:solidFill>
                  <a:srgbClr val="AAB9D0"/>
                </a:solidFill>
                <a:latin typeface="Arial"/>
                <a:ea typeface="Arial"/>
                <a:cs typeface="Arial"/>
              </a:defRPr>
            </a:lvl2pPr>
            <a:lvl3pPr algn="r">
              <a:defRPr sz="1275" b="0">
                <a:solidFill>
                  <a:srgbClr val="AAB9D0"/>
                </a:solidFill>
                <a:latin typeface="Arial"/>
                <a:ea typeface="Arial"/>
                <a:cs typeface="Arial"/>
              </a:defRPr>
            </a:lvl3pPr>
            <a:lvl4pPr algn="r">
              <a:defRPr sz="1275" b="0">
                <a:solidFill>
                  <a:srgbClr val="AAB9D0"/>
                </a:solidFill>
                <a:latin typeface="Arial"/>
                <a:ea typeface="Arial"/>
                <a:cs typeface="Arial"/>
              </a:defRPr>
            </a:lvl4pPr>
            <a:lvl5pPr algn="r">
              <a:defRPr sz="1275" b="0">
                <a:solidFill>
                  <a:srgbClr val="AAB9D0"/>
                </a:solidFill>
                <a:latin typeface="Arial"/>
                <a:ea typeface="Arial"/>
                <a:cs typeface="Arial"/>
              </a:defRPr>
            </a:lvl5pPr>
            <a:lvl6pPr algn="r">
              <a:defRPr sz="1275" b="0">
                <a:solidFill>
                  <a:srgbClr val="AAB9D0"/>
                </a:solidFill>
                <a:latin typeface="Arial"/>
                <a:ea typeface="Arial"/>
                <a:cs typeface="Arial"/>
              </a:defRPr>
            </a:lvl6pPr>
            <a:lvl7pPr algn="r">
              <a:defRPr sz="1275" b="0">
                <a:solidFill>
                  <a:srgbClr val="AAB9D0"/>
                </a:solidFill>
                <a:latin typeface="Arial"/>
                <a:ea typeface="Arial"/>
                <a:cs typeface="Arial"/>
              </a:defRPr>
            </a:lvl7pPr>
            <a:lvl8pPr algn="r">
              <a:defRPr sz="1275" b="0">
                <a:solidFill>
                  <a:srgbClr val="AAB9D0"/>
                </a:solidFill>
                <a:latin typeface="Arial"/>
                <a:ea typeface="Arial"/>
                <a:cs typeface="Arial"/>
              </a:defRPr>
            </a:lvl8pPr>
            <a:lvl9pPr algn="r">
              <a:defRPr sz="1275" b="0">
                <a:solidFill>
                  <a:srgbClr val="AAB9D0"/>
                </a:solidFill>
                <a:latin typeface="Arial"/>
                <a:ea typeface="Arial"/>
                <a:cs typeface="Arial"/>
              </a:defRPr>
            </a:lvl9pPr>
          </a:lstStyle>
          <a:p xmlns:a="http://schemas.openxmlformats.org/drawingml/2006/main">
            <a:pPr algn="r">
              <a:defRPr sz="1275" b="0">
                <a:solidFill>
                  <a:srgbClr val="AAB9D0"/>
                </a:solidFill>
                <a:latin typeface="Arial"/>
                <a:ea typeface="Arial"/>
                <a:cs typeface="Arial"/>
              </a:defRPr>
            </a:pPr>
            <a:r>
              <a:rPr sz="1275" b="0">
                <a:solidFill>
                  <a:srgbClr val="AAB9D0"/>
                </a:solidFill>
                <a:latin typeface="Arial"/>
                <a:ea typeface="Arial"/>
                <a:cs typeface="Arial"/>
              </a:rPr>
              <a:t>14</a:t>
            </a:r>
          </a:p>
        </p:txBody>
      </p:sp>
      <p:sp>
        <p:nvSpPr>
          <p:cNvPr id="3" name="Server preparation can come first">
            <a:extLst xmlns:a="http://schemas.openxmlformats.org/drawingml/2006/main">
              <a:ext uri="{FF2B5EF4-FFF2-40B4-BE49-F238E27FC236}">
                <a16:creationId xmlns:a16="http://schemas.microsoft.com/office/drawing/2014/main" id="{1892EE2B-CB45-4071-8593-0850004208B3}"/>
              </a:ext>
            </a:extLst>
          </p:cNvPr>
          <p:cNvSpPr>
            <a:spLocks xmlns:a="http://schemas.openxmlformats.org/drawingml/2006/main" noGrp="1"/>
          </p:cNvSpPr>
          <p:nvPr/>
        </p:nvSpPr>
        <p:spPr>
          <a:xfrm xmlns:a="http://schemas.openxmlformats.org/drawingml/2006/main">
            <a:off x="571500" y="1714500"/>
            <a:ext cx="10572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48DDCC"/>
                </a:solidFill>
                <a:latin typeface="Arial"/>
                <a:ea typeface="Arial"/>
                <a:cs typeface="Arial"/>
              </a:defRPr>
            </a:defPPr>
            <a:lvl1pPr algn="l">
              <a:defRPr sz="2700" b="1">
                <a:solidFill>
                  <a:srgbClr val="48DDCC"/>
                </a:solidFill>
                <a:latin typeface="Arial"/>
                <a:ea typeface="Arial"/>
                <a:cs typeface="Arial"/>
              </a:defRPr>
            </a:lvl1pPr>
            <a:lvl2pPr algn="l">
              <a:defRPr sz="2700" b="1">
                <a:solidFill>
                  <a:srgbClr val="48DDCC"/>
                </a:solidFill>
                <a:latin typeface="Arial"/>
                <a:ea typeface="Arial"/>
                <a:cs typeface="Arial"/>
              </a:defRPr>
            </a:lvl2pPr>
            <a:lvl3pPr algn="l">
              <a:defRPr sz="2700" b="1">
                <a:solidFill>
                  <a:srgbClr val="48DDCC"/>
                </a:solidFill>
                <a:latin typeface="Arial"/>
                <a:ea typeface="Arial"/>
                <a:cs typeface="Arial"/>
              </a:defRPr>
            </a:lvl3pPr>
            <a:lvl4pPr algn="l">
              <a:defRPr sz="2700" b="1">
                <a:solidFill>
                  <a:srgbClr val="48DDCC"/>
                </a:solidFill>
                <a:latin typeface="Arial"/>
                <a:ea typeface="Arial"/>
                <a:cs typeface="Arial"/>
              </a:defRPr>
            </a:lvl4pPr>
            <a:lvl5pPr algn="l">
              <a:defRPr sz="2700" b="1">
                <a:solidFill>
                  <a:srgbClr val="48DDCC"/>
                </a:solidFill>
                <a:latin typeface="Arial"/>
                <a:ea typeface="Arial"/>
                <a:cs typeface="Arial"/>
              </a:defRPr>
            </a:lvl5pPr>
            <a:lvl6pPr algn="l">
              <a:defRPr sz="2700" b="1">
                <a:solidFill>
                  <a:srgbClr val="48DDCC"/>
                </a:solidFill>
                <a:latin typeface="Arial"/>
                <a:ea typeface="Arial"/>
                <a:cs typeface="Arial"/>
              </a:defRPr>
            </a:lvl6pPr>
            <a:lvl7pPr algn="l">
              <a:defRPr sz="2700" b="1">
                <a:solidFill>
                  <a:srgbClr val="48DDCC"/>
                </a:solidFill>
                <a:latin typeface="Arial"/>
                <a:ea typeface="Arial"/>
                <a:cs typeface="Arial"/>
              </a:defRPr>
            </a:lvl7pPr>
            <a:lvl8pPr algn="l">
              <a:defRPr sz="2700" b="1">
                <a:solidFill>
                  <a:srgbClr val="48DDCC"/>
                </a:solidFill>
                <a:latin typeface="Arial"/>
                <a:ea typeface="Arial"/>
                <a:cs typeface="Arial"/>
              </a:defRPr>
            </a:lvl8pPr>
            <a:lvl9pPr algn="l">
              <a:defRPr sz="2700" b="1">
                <a:solidFill>
                  <a:srgbClr val="48DDCC"/>
                </a:solidFill>
                <a:latin typeface="Arial"/>
                <a:ea typeface="Arial"/>
                <a:cs typeface="Arial"/>
              </a:defRPr>
            </a:lvl9pPr>
          </a:lstStyle>
          <a:p xmlns:a="http://schemas.openxmlformats.org/drawingml/2006/main">
            <a:pPr algn="l">
              <a:defRPr sz="2700" b="1">
                <a:solidFill>
                  <a:srgbClr val="48DDCC"/>
                </a:solidFill>
                <a:latin typeface="Arial"/>
                <a:ea typeface="Arial"/>
                <a:cs typeface="Arial"/>
              </a:defRPr>
            </a:pPr>
            <a:r>
              <a:rPr sz="2700" b="1">
                <a:solidFill>
                  <a:srgbClr val="48DDCC"/>
                </a:solidFill>
                <a:latin typeface="Arial"/>
                <a:ea typeface="Arial"/>
                <a:cs typeface="Arial"/>
              </a:rPr>
              <a:t>Server preparation can come first</a:t>
            </a:r>
          </a:p>
        </p:txBody>
      </p:sp>
      <p:sp>
        <p:nvSpPr>
          <p:cNvPr id="4" name="Images, configuration, AMI and Opus&#10;Tests verify the server compo">
            <a:extLst xmlns:a="http://schemas.openxmlformats.org/drawingml/2006/main">
              <a:ext uri="{FF2B5EF4-FFF2-40B4-BE49-F238E27FC236}">
                <a16:creationId xmlns:a16="http://schemas.microsoft.com/office/drawing/2014/main" id="{7EDC21E3-4981-4A91-BA0E-582A303006EE}"/>
              </a:ext>
            </a:extLst>
          </p:cNvPr>
          <p:cNvSpPr>
            <a:spLocks xmlns:a="http://schemas.openxmlformats.org/drawingml/2006/main" noGrp="1"/>
          </p:cNvSpPr>
          <p:nvPr/>
        </p:nvSpPr>
        <p:spPr>
          <a:xfrm xmlns:a="http://schemas.openxmlformats.org/drawingml/2006/main">
            <a:off x="571500" y="236220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F5F7FB"/>
                </a:solidFill>
                <a:latin typeface="Arial"/>
                <a:ea typeface="Arial"/>
                <a:cs typeface="Arial"/>
              </a:defRPr>
            </a:defPPr>
            <a:lvl1pPr algn="l">
              <a:defRPr sz="2175" b="0">
                <a:solidFill>
                  <a:srgbClr val="F5F7FB"/>
                </a:solidFill>
                <a:latin typeface="Arial"/>
                <a:ea typeface="Arial"/>
                <a:cs typeface="Arial"/>
              </a:defRPr>
            </a:lvl1pPr>
            <a:lvl2pPr algn="l">
              <a:defRPr sz="2175" b="0">
                <a:solidFill>
                  <a:srgbClr val="F5F7FB"/>
                </a:solidFill>
                <a:latin typeface="Arial"/>
                <a:ea typeface="Arial"/>
                <a:cs typeface="Arial"/>
              </a:defRPr>
            </a:lvl2pPr>
            <a:lvl3pPr algn="l">
              <a:defRPr sz="2175" b="0">
                <a:solidFill>
                  <a:srgbClr val="F5F7FB"/>
                </a:solidFill>
                <a:latin typeface="Arial"/>
                <a:ea typeface="Arial"/>
                <a:cs typeface="Arial"/>
              </a:defRPr>
            </a:lvl3pPr>
            <a:lvl4pPr algn="l">
              <a:defRPr sz="2175" b="0">
                <a:solidFill>
                  <a:srgbClr val="F5F7FB"/>
                </a:solidFill>
                <a:latin typeface="Arial"/>
                <a:ea typeface="Arial"/>
                <a:cs typeface="Arial"/>
              </a:defRPr>
            </a:lvl4pPr>
            <a:lvl5pPr algn="l">
              <a:defRPr sz="2175" b="0">
                <a:solidFill>
                  <a:srgbClr val="F5F7FB"/>
                </a:solidFill>
                <a:latin typeface="Arial"/>
                <a:ea typeface="Arial"/>
                <a:cs typeface="Arial"/>
              </a:defRPr>
            </a:lvl5pPr>
            <a:lvl6pPr algn="l">
              <a:defRPr sz="2175" b="0">
                <a:solidFill>
                  <a:srgbClr val="F5F7FB"/>
                </a:solidFill>
                <a:latin typeface="Arial"/>
                <a:ea typeface="Arial"/>
                <a:cs typeface="Arial"/>
              </a:defRPr>
            </a:lvl6pPr>
            <a:lvl7pPr algn="l">
              <a:defRPr sz="2175" b="0">
                <a:solidFill>
                  <a:srgbClr val="F5F7FB"/>
                </a:solidFill>
                <a:latin typeface="Arial"/>
                <a:ea typeface="Arial"/>
                <a:cs typeface="Arial"/>
              </a:defRPr>
            </a:lvl7pPr>
            <a:lvl8pPr algn="l">
              <a:defRPr sz="2175" b="0">
                <a:solidFill>
                  <a:srgbClr val="F5F7FB"/>
                </a:solidFill>
                <a:latin typeface="Arial"/>
                <a:ea typeface="Arial"/>
                <a:cs typeface="Arial"/>
              </a:defRPr>
            </a:lvl8pPr>
            <a:lvl9pPr algn="l">
              <a:defRPr sz="2175" b="0">
                <a:solidFill>
                  <a:srgbClr val="F5F7FB"/>
                </a:solidFill>
                <a:latin typeface="Arial"/>
                <a:ea typeface="Arial"/>
                <a:cs typeface="Arial"/>
              </a:defRPr>
            </a:lvl9pPr>
          </a:lstStyle>
          <a:p xmlns:a="http://schemas.openxmlformats.org/drawingml/2006/main">
            <a:pPr algn="l">
              <a:defRPr sz="2175" b="0">
                <a:solidFill>
                  <a:srgbClr val="F5F7FB"/>
                </a:solidFill>
                <a:latin typeface="Arial"/>
                <a:ea typeface="Arial"/>
                <a:cs typeface="Arial"/>
              </a:defRPr>
            </a:pPr>
            <a:r>
              <a:rPr sz="2175" b="0">
                <a:solidFill>
                  <a:srgbClr val="F5F7FB"/>
                </a:solidFill>
                <a:latin typeface="Arial"/>
                <a:ea typeface="Arial"/>
                <a:cs typeface="Arial"/>
              </a:rPr>
              <a:t>Images, configuration, AMI and Opus</a:t>
            </a:r>
          </a:p>
          <a:p xmlns:a="http://schemas.openxmlformats.org/drawingml/2006/main">
            <a:pPr algn="l">
              <a:defRPr sz="2175" b="0">
                <a:solidFill>
                  <a:srgbClr val="F5F7FB"/>
                </a:solidFill>
                <a:latin typeface="Arial"/>
                <a:ea typeface="Arial"/>
                <a:cs typeface="Arial"/>
              </a:defRPr>
            </a:pPr>
            <a:r>
              <a:rPr sz="2175" b="0">
                <a:solidFill>
                  <a:srgbClr val="F5F7FB"/>
                </a:solidFill>
                <a:latin typeface="Arial"/>
                <a:ea typeface="Arial"/>
                <a:cs typeface="Arial"/>
              </a:rPr>
              <a:t>Tests verify the server components</a:t>
            </a:r>
          </a:p>
        </p:txBody>
      </p:sp>
      <p:sp>
        <p:nvSpPr>
          <p:cNvPr id="5" name="A pilot verifies the phone experience">
            <a:extLst xmlns:a="http://schemas.openxmlformats.org/drawingml/2006/main">
              <a:ext uri="{FF2B5EF4-FFF2-40B4-BE49-F238E27FC236}">
                <a16:creationId xmlns:a16="http://schemas.microsoft.com/office/drawing/2014/main" id="{6644B2C8-5747-4CAC-8B45-4A9F7A9AAC82}"/>
              </a:ext>
            </a:extLst>
          </p:cNvPr>
          <p:cNvSpPr>
            <a:spLocks xmlns:a="http://schemas.openxmlformats.org/drawingml/2006/main" noGrp="1"/>
          </p:cNvSpPr>
          <p:nvPr/>
        </p:nvSpPr>
        <p:spPr>
          <a:xfrm xmlns:a="http://schemas.openxmlformats.org/drawingml/2006/main">
            <a:off x="571500" y="3790950"/>
            <a:ext cx="10572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FF836D"/>
                </a:solidFill>
                <a:latin typeface="Arial"/>
                <a:ea typeface="Arial"/>
                <a:cs typeface="Arial"/>
              </a:defRPr>
            </a:defPPr>
            <a:lvl1pPr algn="l">
              <a:defRPr sz="2700" b="1">
                <a:solidFill>
                  <a:srgbClr val="FF836D"/>
                </a:solidFill>
                <a:latin typeface="Arial"/>
                <a:ea typeface="Arial"/>
                <a:cs typeface="Arial"/>
              </a:defRPr>
            </a:lvl1pPr>
            <a:lvl2pPr algn="l">
              <a:defRPr sz="2700" b="1">
                <a:solidFill>
                  <a:srgbClr val="FF836D"/>
                </a:solidFill>
                <a:latin typeface="Arial"/>
                <a:ea typeface="Arial"/>
                <a:cs typeface="Arial"/>
              </a:defRPr>
            </a:lvl2pPr>
            <a:lvl3pPr algn="l">
              <a:defRPr sz="2700" b="1">
                <a:solidFill>
                  <a:srgbClr val="FF836D"/>
                </a:solidFill>
                <a:latin typeface="Arial"/>
                <a:ea typeface="Arial"/>
                <a:cs typeface="Arial"/>
              </a:defRPr>
            </a:lvl3pPr>
            <a:lvl4pPr algn="l">
              <a:defRPr sz="2700" b="1">
                <a:solidFill>
                  <a:srgbClr val="FF836D"/>
                </a:solidFill>
                <a:latin typeface="Arial"/>
                <a:ea typeface="Arial"/>
                <a:cs typeface="Arial"/>
              </a:defRPr>
            </a:lvl4pPr>
            <a:lvl5pPr algn="l">
              <a:defRPr sz="2700" b="1">
                <a:solidFill>
                  <a:srgbClr val="FF836D"/>
                </a:solidFill>
                <a:latin typeface="Arial"/>
                <a:ea typeface="Arial"/>
                <a:cs typeface="Arial"/>
              </a:defRPr>
            </a:lvl5pPr>
            <a:lvl6pPr algn="l">
              <a:defRPr sz="2700" b="1">
                <a:solidFill>
                  <a:srgbClr val="FF836D"/>
                </a:solidFill>
                <a:latin typeface="Arial"/>
                <a:ea typeface="Arial"/>
                <a:cs typeface="Arial"/>
              </a:defRPr>
            </a:lvl6pPr>
            <a:lvl7pPr algn="l">
              <a:defRPr sz="2700" b="1">
                <a:solidFill>
                  <a:srgbClr val="FF836D"/>
                </a:solidFill>
                <a:latin typeface="Arial"/>
                <a:ea typeface="Arial"/>
                <a:cs typeface="Arial"/>
              </a:defRPr>
            </a:lvl7pPr>
            <a:lvl8pPr algn="l">
              <a:defRPr sz="2700" b="1">
                <a:solidFill>
                  <a:srgbClr val="FF836D"/>
                </a:solidFill>
                <a:latin typeface="Arial"/>
                <a:ea typeface="Arial"/>
                <a:cs typeface="Arial"/>
              </a:defRPr>
            </a:lvl8pPr>
            <a:lvl9pPr algn="l">
              <a:defRPr sz="2700" b="1">
                <a:solidFill>
                  <a:srgbClr val="FF836D"/>
                </a:solidFill>
                <a:latin typeface="Arial"/>
                <a:ea typeface="Arial"/>
                <a:cs typeface="Arial"/>
              </a:defRPr>
            </a:lvl9pPr>
          </a:lstStyle>
          <a:p xmlns:a="http://schemas.openxmlformats.org/drawingml/2006/main">
            <a:pPr algn="l">
              <a:defRPr sz="2700" b="1">
                <a:solidFill>
                  <a:srgbClr val="FF836D"/>
                </a:solidFill>
                <a:latin typeface="Arial"/>
                <a:ea typeface="Arial"/>
                <a:cs typeface="Arial"/>
              </a:defRPr>
            </a:pPr>
            <a:r>
              <a:rPr sz="2700" b="1">
                <a:solidFill>
                  <a:srgbClr val="FF836D"/>
                </a:solidFill>
                <a:latin typeface="Arial"/>
                <a:ea typeface="Arial"/>
                <a:cs typeface="Arial"/>
              </a:rPr>
              <a:t>A pilot verifies the phone experience</a:t>
            </a:r>
          </a:p>
        </p:txBody>
      </p:sp>
      <p:sp>
        <p:nvSpPr>
          <p:cNvPr id="6" name="Phone inventory, a two-party call and Assist&#10;Add the remaining ph">
            <a:extLst xmlns:a="http://schemas.openxmlformats.org/drawingml/2006/main">
              <a:ext uri="{FF2B5EF4-FFF2-40B4-BE49-F238E27FC236}">
                <a16:creationId xmlns:a16="http://schemas.microsoft.com/office/drawing/2014/main" id="{C75AFA10-20ED-487E-8A7D-844B57DC029F}"/>
              </a:ext>
            </a:extLst>
          </p:cNvPr>
          <p:cNvSpPr>
            <a:spLocks xmlns:a="http://schemas.openxmlformats.org/drawingml/2006/main" noGrp="1"/>
          </p:cNvSpPr>
          <p:nvPr/>
        </p:nvSpPr>
        <p:spPr>
          <a:xfrm xmlns:a="http://schemas.openxmlformats.org/drawingml/2006/main">
            <a:off x="571500" y="443865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F5F7FB"/>
                </a:solidFill>
                <a:latin typeface="Arial"/>
                <a:ea typeface="Arial"/>
                <a:cs typeface="Arial"/>
              </a:defRPr>
            </a:defPPr>
            <a:lvl1pPr algn="l">
              <a:defRPr sz="2175" b="0">
                <a:solidFill>
                  <a:srgbClr val="F5F7FB"/>
                </a:solidFill>
                <a:latin typeface="Arial"/>
                <a:ea typeface="Arial"/>
                <a:cs typeface="Arial"/>
              </a:defRPr>
            </a:lvl1pPr>
            <a:lvl2pPr algn="l">
              <a:defRPr sz="2175" b="0">
                <a:solidFill>
                  <a:srgbClr val="F5F7FB"/>
                </a:solidFill>
                <a:latin typeface="Arial"/>
                <a:ea typeface="Arial"/>
                <a:cs typeface="Arial"/>
              </a:defRPr>
            </a:lvl2pPr>
            <a:lvl3pPr algn="l">
              <a:defRPr sz="2175" b="0">
                <a:solidFill>
                  <a:srgbClr val="F5F7FB"/>
                </a:solidFill>
                <a:latin typeface="Arial"/>
                <a:ea typeface="Arial"/>
                <a:cs typeface="Arial"/>
              </a:defRPr>
            </a:lvl3pPr>
            <a:lvl4pPr algn="l">
              <a:defRPr sz="2175" b="0">
                <a:solidFill>
                  <a:srgbClr val="F5F7FB"/>
                </a:solidFill>
                <a:latin typeface="Arial"/>
                <a:ea typeface="Arial"/>
                <a:cs typeface="Arial"/>
              </a:defRPr>
            </a:lvl4pPr>
            <a:lvl5pPr algn="l">
              <a:defRPr sz="2175" b="0">
                <a:solidFill>
                  <a:srgbClr val="F5F7FB"/>
                </a:solidFill>
                <a:latin typeface="Arial"/>
                <a:ea typeface="Arial"/>
                <a:cs typeface="Arial"/>
              </a:defRPr>
            </a:lvl5pPr>
            <a:lvl6pPr algn="l">
              <a:defRPr sz="2175" b="0">
                <a:solidFill>
                  <a:srgbClr val="F5F7FB"/>
                </a:solidFill>
                <a:latin typeface="Arial"/>
                <a:ea typeface="Arial"/>
                <a:cs typeface="Arial"/>
              </a:defRPr>
            </a:lvl6pPr>
            <a:lvl7pPr algn="l">
              <a:defRPr sz="2175" b="0">
                <a:solidFill>
                  <a:srgbClr val="F5F7FB"/>
                </a:solidFill>
                <a:latin typeface="Arial"/>
                <a:ea typeface="Arial"/>
                <a:cs typeface="Arial"/>
              </a:defRPr>
            </a:lvl7pPr>
            <a:lvl8pPr algn="l">
              <a:defRPr sz="2175" b="0">
                <a:solidFill>
                  <a:srgbClr val="F5F7FB"/>
                </a:solidFill>
                <a:latin typeface="Arial"/>
                <a:ea typeface="Arial"/>
                <a:cs typeface="Arial"/>
              </a:defRPr>
            </a:lvl8pPr>
            <a:lvl9pPr algn="l">
              <a:defRPr sz="2175" b="0">
                <a:solidFill>
                  <a:srgbClr val="F5F7FB"/>
                </a:solidFill>
                <a:latin typeface="Arial"/>
                <a:ea typeface="Arial"/>
                <a:cs typeface="Arial"/>
              </a:defRPr>
            </a:lvl9pPr>
          </a:lstStyle>
          <a:p xmlns:a="http://schemas.openxmlformats.org/drawingml/2006/main">
            <a:pPr algn="l">
              <a:defRPr sz="2175" b="0">
                <a:solidFill>
                  <a:srgbClr val="F5F7FB"/>
                </a:solidFill>
                <a:latin typeface="Arial"/>
                <a:ea typeface="Arial"/>
                <a:cs typeface="Arial"/>
              </a:defRPr>
            </a:pPr>
            <a:r>
              <a:rPr sz="2175" b="0">
                <a:solidFill>
                  <a:srgbClr val="F5F7FB"/>
                </a:solidFill>
                <a:latin typeface="Arial"/>
                <a:ea typeface="Arial"/>
                <a:cs typeface="Arial"/>
              </a:rPr>
              <a:t>Phone inventory, a two-party call and Assist</a:t>
            </a:r>
          </a:p>
          <a:p xmlns:a="http://schemas.openxmlformats.org/drawingml/2006/main">
            <a:pPr algn="l">
              <a:defRPr sz="2175" b="0">
                <a:solidFill>
                  <a:srgbClr val="F5F7FB"/>
                </a:solidFill>
                <a:latin typeface="Arial"/>
                <a:ea typeface="Arial"/>
                <a:cs typeface="Arial"/>
              </a:defRPr>
            </a:pPr>
            <a:r>
              <a:rPr sz="2175" b="0">
                <a:solidFill>
                  <a:srgbClr val="F5F7FB"/>
                </a:solidFill>
                <a:latin typeface="Arial"/>
                <a:ea typeface="Arial"/>
                <a:cs typeface="Arial"/>
              </a:rPr>
              <a:t>Add the remaining phones after acceptance</a:t>
            </a:r>
          </a:p>
        </p:txBody>
      </p:sp>
      <p:sp>
        <p:nvSpPr>
          <p:cNvPr id="7" name="Physical acceptance is a separate step. Keep the results in the p">
            <a:extLst xmlns:a="http://schemas.openxmlformats.org/drawingml/2006/main">
              <a:ext uri="{FF2B5EF4-FFF2-40B4-BE49-F238E27FC236}">
                <a16:creationId xmlns:a16="http://schemas.microsoft.com/office/drawing/2014/main" id="{8DCB4BCA-E301-46C5-AE5C-E9CC064F27BF}"/>
              </a:ext>
            </a:extLst>
          </p:cNvPr>
          <p:cNvSpPr>
            <a:spLocks xmlns:a="http://schemas.openxmlformats.org/drawingml/2006/main" noGrp="1"/>
          </p:cNvSpPr>
          <p:nvPr/>
        </p:nvSpPr>
        <p:spPr>
          <a:xfrm xmlns:a="http://schemas.openxmlformats.org/drawingml/2006/main">
            <a:off x="571500" y="5953125"/>
            <a:ext cx="10191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AAB9D0"/>
                </a:solidFill>
                <a:latin typeface="Arial"/>
                <a:ea typeface="Arial"/>
                <a:cs typeface="Arial"/>
              </a:defRPr>
            </a:defPPr>
            <a:lvl1pPr algn="l">
              <a:defRPr sz="1425" b="0">
                <a:solidFill>
                  <a:srgbClr val="AAB9D0"/>
                </a:solidFill>
                <a:latin typeface="Arial"/>
                <a:ea typeface="Arial"/>
                <a:cs typeface="Arial"/>
              </a:defRPr>
            </a:lvl1pPr>
            <a:lvl2pPr algn="l">
              <a:defRPr sz="1425" b="0">
                <a:solidFill>
                  <a:srgbClr val="AAB9D0"/>
                </a:solidFill>
                <a:latin typeface="Arial"/>
                <a:ea typeface="Arial"/>
                <a:cs typeface="Arial"/>
              </a:defRPr>
            </a:lvl2pPr>
            <a:lvl3pPr algn="l">
              <a:defRPr sz="1425" b="0">
                <a:solidFill>
                  <a:srgbClr val="AAB9D0"/>
                </a:solidFill>
                <a:latin typeface="Arial"/>
                <a:ea typeface="Arial"/>
                <a:cs typeface="Arial"/>
              </a:defRPr>
            </a:lvl3pPr>
            <a:lvl4pPr algn="l">
              <a:defRPr sz="1425" b="0">
                <a:solidFill>
                  <a:srgbClr val="AAB9D0"/>
                </a:solidFill>
                <a:latin typeface="Arial"/>
                <a:ea typeface="Arial"/>
                <a:cs typeface="Arial"/>
              </a:defRPr>
            </a:lvl4pPr>
            <a:lvl5pPr algn="l">
              <a:defRPr sz="1425" b="0">
                <a:solidFill>
                  <a:srgbClr val="AAB9D0"/>
                </a:solidFill>
                <a:latin typeface="Arial"/>
                <a:ea typeface="Arial"/>
                <a:cs typeface="Arial"/>
              </a:defRPr>
            </a:lvl5pPr>
            <a:lvl6pPr algn="l">
              <a:defRPr sz="1425" b="0">
                <a:solidFill>
                  <a:srgbClr val="AAB9D0"/>
                </a:solidFill>
                <a:latin typeface="Arial"/>
                <a:ea typeface="Arial"/>
                <a:cs typeface="Arial"/>
              </a:defRPr>
            </a:lvl6pPr>
            <a:lvl7pPr algn="l">
              <a:defRPr sz="1425" b="0">
                <a:solidFill>
                  <a:srgbClr val="AAB9D0"/>
                </a:solidFill>
                <a:latin typeface="Arial"/>
                <a:ea typeface="Arial"/>
                <a:cs typeface="Arial"/>
              </a:defRPr>
            </a:lvl7pPr>
            <a:lvl8pPr algn="l">
              <a:defRPr sz="1425" b="0">
                <a:solidFill>
                  <a:srgbClr val="AAB9D0"/>
                </a:solidFill>
                <a:latin typeface="Arial"/>
                <a:ea typeface="Arial"/>
                <a:cs typeface="Arial"/>
              </a:defRPr>
            </a:lvl8pPr>
            <a:lvl9pPr algn="l">
              <a:defRPr sz="1425" b="0">
                <a:solidFill>
                  <a:srgbClr val="AAB9D0"/>
                </a:solidFill>
                <a:latin typeface="Arial"/>
                <a:ea typeface="Arial"/>
                <a:cs typeface="Arial"/>
              </a:defRPr>
            </a:lvl9pPr>
          </a:lstStyle>
          <a:p xmlns:a="http://schemas.openxmlformats.org/drawingml/2006/main">
            <a:pPr algn="l">
              <a:defRPr sz="1425" b="0">
                <a:solidFill>
                  <a:srgbClr val="AAB9D0"/>
                </a:solidFill>
                <a:latin typeface="Arial"/>
                <a:ea typeface="Arial"/>
                <a:cs typeface="Arial"/>
              </a:defRPr>
            </a:pPr>
            <a:r>
              <a:rPr sz="1425" b="0">
                <a:solidFill>
                  <a:srgbClr val="AAB9D0"/>
                </a:solidFill>
                <a:latin typeface="Arial"/>
                <a:ea typeface="Arial"/>
                <a:cs typeface="Arial"/>
              </a:rPr>
              <a:t>Physical acceptance is a separate step. Keep the results in the private deployment log.</a:t>
            </a:r>
          </a:p>
        </p:txBody>
      </p:sp>
    </p:spTree>
    <p:extLst>
      <p:ext uri="{BB962C8B-B14F-4D97-AF65-F5344CB8AC3E}">
        <p14:creationId xmlns:p14="http://schemas.microsoft.com/office/powerpoint/2010/main" val="10762058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2026-10-17T16:41:32.9220000Z</dcterms:created>
  <dcterms:modified xsi:type="dcterms:W3CDTF">2026-10-17T16:41:32.9220000Z</dcterms:modified>
</coreProperties>
</file>